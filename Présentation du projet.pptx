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5"/>
  </p:notesMasterIdLst>
  <p:sldIdLst>
    <p:sldId id="256" r:id="rId2"/>
    <p:sldId id="258" r:id="rId3"/>
    <p:sldId id="331" r:id="rId4"/>
    <p:sldId id="277" r:id="rId5"/>
    <p:sldId id="313" r:id="rId6"/>
    <p:sldId id="261" r:id="rId7"/>
    <p:sldId id="332" r:id="rId8"/>
    <p:sldId id="265" r:id="rId9"/>
    <p:sldId id="317" r:id="rId10"/>
    <p:sldId id="263" r:id="rId11"/>
    <p:sldId id="335" r:id="rId12"/>
    <p:sldId id="344" r:id="rId13"/>
    <p:sldId id="273" r:id="rId14"/>
    <p:sldId id="333" r:id="rId15"/>
    <p:sldId id="339" r:id="rId16"/>
    <p:sldId id="340" r:id="rId17"/>
    <p:sldId id="337" r:id="rId18"/>
    <p:sldId id="342" r:id="rId19"/>
    <p:sldId id="326" r:id="rId20"/>
    <p:sldId id="330" r:id="rId21"/>
    <p:sldId id="345" r:id="rId22"/>
    <p:sldId id="321" r:id="rId23"/>
    <p:sldId id="290" r:id="rId24"/>
  </p:sldIdLst>
  <p:sldSz cx="9144000" cy="5143500" type="screen16x9"/>
  <p:notesSz cx="6858000" cy="9144000"/>
  <p:embeddedFontLst>
    <p:embeddedFont>
      <p:font typeface="Advent Pro" panose="020B0604020202020204" charset="0"/>
      <p:regular r:id="rId26"/>
      <p:bold r:id="rId27"/>
      <p:italic r:id="rId28"/>
      <p:boldItalic r:id="rId29"/>
    </p:embeddedFont>
    <p:embeddedFont>
      <p:font typeface="Advent Pro Medium" panose="020B0604020202020204" charset="0"/>
      <p:regular r:id="rId30"/>
      <p:bold r:id="rId31"/>
      <p:italic r:id="rId32"/>
      <p:boldItalic r:id="rId33"/>
    </p:embeddedFont>
    <p:embeddedFont>
      <p:font typeface="Algerian" panose="04020705040A02060702" pitchFamily="82" charset="0"/>
      <p:regular r:id="rId34"/>
    </p:embeddedFont>
    <p:embeddedFont>
      <p:font typeface="Alumni Sans Pinstripe" panose="020B0604020202020204" charset="0"/>
      <p:regular r:id="rId35"/>
      <p:italic r:id="rId36"/>
    </p:embeddedFont>
    <p:embeddedFont>
      <p:font typeface="Arial Narrow" panose="020B0606020202030204" pitchFamily="34" charset="0"/>
      <p:regular r:id="rId37"/>
      <p:bold r:id="rId38"/>
      <p:italic r:id="rId39"/>
      <p:boldItalic r:id="rId40"/>
    </p:embeddedFont>
    <p:embeddedFont>
      <p:font typeface="Calibri" panose="020F0502020204030204" pitchFamily="34" charset="0"/>
      <p:regular r:id="rId41"/>
      <p:bold r:id="rId42"/>
      <p:italic r:id="rId43"/>
      <p:boldItalic r:id="rId44"/>
    </p:embeddedFont>
    <p:embeddedFont>
      <p:font typeface="Calibri Light" panose="020F0302020204030204" pitchFamily="34" charset="0"/>
      <p:regular r:id="rId45"/>
      <p:italic r:id="rId46"/>
    </p:embeddedFont>
    <p:embeddedFont>
      <p:font typeface="IBM Plex Sans" panose="020B0503050203000203"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56A6C0-91D4-4921-8042-D08FDEEA9724}">
  <a:tblStyle styleId="{D956A6C0-91D4-4921-8042-D08FDEEA97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660"/>
  </p:normalViewPr>
  <p:slideViewPr>
    <p:cSldViewPr snapToGrid="0">
      <p:cViewPr varScale="1">
        <p:scale>
          <a:sx n="107" d="100"/>
          <a:sy n="107" d="100"/>
        </p:scale>
        <p:origin x="74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font" Target="fonts/font2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font" Target="fonts/font24.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06D82A-C910-4E8E-BEE0-40BD9923959B}" type="doc">
      <dgm:prSet loTypeId="urn:microsoft.com/office/officeart/2005/8/layout/bList2" loCatId="picture" qsTypeId="urn:microsoft.com/office/officeart/2005/8/quickstyle/simple1" qsCatId="simple" csTypeId="urn:microsoft.com/office/officeart/2005/8/colors/accent1_2" csCatId="accent1" phldr="1"/>
      <dgm:spPr/>
    </dgm:pt>
    <dgm:pt modelId="{809B06CF-FDA2-458D-9CEE-FCC3073F879F}">
      <dgm:prSet phldrT="[Texte]" custT="1"/>
      <dgm:spPr/>
      <dgm:t>
        <a:bodyPr/>
        <a:lstStyle/>
        <a:p>
          <a:r>
            <a:rPr lang="fr-FR" sz="1000" b="1" dirty="0"/>
            <a:t>Apprentissage supervisé</a:t>
          </a:r>
          <a:r>
            <a:rPr lang="fr-FR" sz="1000" dirty="0"/>
            <a:t> </a:t>
          </a:r>
          <a:endParaRPr lang="fr-FR" sz="1000" i="0" dirty="0">
            <a:latin typeface="+mn-lt"/>
          </a:endParaRPr>
        </a:p>
      </dgm:t>
    </dgm:pt>
    <dgm:pt modelId="{3089D04A-7942-4A06-AAA0-E827E2E7148E}" type="parTrans" cxnId="{BCAFDE57-ABE8-42AC-91CD-FA12B4920667}">
      <dgm:prSet/>
      <dgm:spPr/>
      <dgm:t>
        <a:bodyPr/>
        <a:lstStyle/>
        <a:p>
          <a:endParaRPr lang="fr-FR"/>
        </a:p>
      </dgm:t>
    </dgm:pt>
    <dgm:pt modelId="{2D90B160-8B12-4AAA-AFE0-773D9349387F}" type="sibTrans" cxnId="{BCAFDE57-ABE8-42AC-91CD-FA12B4920667}">
      <dgm:prSet/>
      <dgm:spPr/>
      <dgm:t>
        <a:bodyPr/>
        <a:lstStyle/>
        <a:p>
          <a:endParaRPr lang="fr-FR"/>
        </a:p>
      </dgm:t>
    </dgm:pt>
    <dgm:pt modelId="{E5FA1FDF-D204-4EF4-A30B-888AE668E6B5}">
      <dgm:prSet phldrT="[Texte]" custT="1"/>
      <dgm:spPr/>
      <dgm:t>
        <a:bodyPr/>
        <a:lstStyle/>
        <a:p>
          <a:r>
            <a:rPr lang="fr-FR" sz="1000" b="1" dirty="0"/>
            <a:t>Apprentissage non-supervisé </a:t>
          </a:r>
          <a:endParaRPr lang="fr-FR" sz="1000" dirty="0">
            <a:latin typeface="+mn-lt"/>
          </a:endParaRPr>
        </a:p>
      </dgm:t>
    </dgm:pt>
    <dgm:pt modelId="{E7CB6321-69B6-4C6F-A6B6-BDEC3409482F}" type="parTrans" cxnId="{6D54E853-3208-49EB-B7D2-E04C9B2DFE2B}">
      <dgm:prSet/>
      <dgm:spPr/>
      <dgm:t>
        <a:bodyPr/>
        <a:lstStyle/>
        <a:p>
          <a:endParaRPr lang="fr-FR"/>
        </a:p>
      </dgm:t>
    </dgm:pt>
    <dgm:pt modelId="{812AA922-F36D-42A4-8489-E45B6613289E}" type="sibTrans" cxnId="{6D54E853-3208-49EB-B7D2-E04C9B2DFE2B}">
      <dgm:prSet/>
      <dgm:spPr/>
      <dgm:t>
        <a:bodyPr/>
        <a:lstStyle/>
        <a:p>
          <a:endParaRPr lang="fr-FR"/>
        </a:p>
      </dgm:t>
    </dgm:pt>
    <dgm:pt modelId="{582566AB-B601-4C5D-86A0-8BD11863BFAE}">
      <dgm:prSet phldrT="[Texte]" custT="1"/>
      <dgm:spPr/>
      <dgm:t>
        <a:bodyPr/>
        <a:lstStyle/>
        <a:p>
          <a:r>
            <a:rPr lang="fr-FR" sz="1000" b="1" dirty="0"/>
            <a:t>Apprentissage par renforcement </a:t>
          </a:r>
          <a:endParaRPr lang="fr-FR" sz="1000" dirty="0"/>
        </a:p>
      </dgm:t>
    </dgm:pt>
    <dgm:pt modelId="{D7EA787C-C555-47D7-93FE-C4F5D85C5281}" type="parTrans" cxnId="{B76E7C4F-56EF-43C7-BAF7-266F97C42887}">
      <dgm:prSet/>
      <dgm:spPr/>
      <dgm:t>
        <a:bodyPr/>
        <a:lstStyle/>
        <a:p>
          <a:endParaRPr lang="fr-FR"/>
        </a:p>
      </dgm:t>
    </dgm:pt>
    <dgm:pt modelId="{E83DAFBE-D3A0-468C-ABF5-0D31116E4B22}" type="sibTrans" cxnId="{B76E7C4F-56EF-43C7-BAF7-266F97C42887}">
      <dgm:prSet/>
      <dgm:spPr/>
      <dgm:t>
        <a:bodyPr/>
        <a:lstStyle/>
        <a:p>
          <a:endParaRPr lang="fr-FR"/>
        </a:p>
      </dgm:t>
    </dgm:pt>
    <dgm:pt modelId="{FD83AF7B-B6F5-414F-86A0-BB3361279E27}">
      <dgm:prSet custT="1"/>
      <dgm:spPr/>
      <dgm:t>
        <a:bodyPr/>
        <a:lstStyle/>
        <a:p>
          <a:pPr algn="ctr">
            <a:buNone/>
          </a:pPr>
          <a:r>
            <a:rPr lang="fr-FR" sz="1200" dirty="0"/>
            <a:t>Le modèle est entraîné sur un ensemble de données comprenant des entrées (</a:t>
          </a:r>
          <a:r>
            <a:rPr lang="fr-FR" sz="1200" dirty="0" err="1"/>
            <a:t>features</a:t>
          </a:r>
          <a:r>
            <a:rPr lang="fr-FR" sz="1200" dirty="0"/>
            <a:t>) et des sorties (labels) déjà étiquetées. L'objectif est que le modèle apprenne à prédire la sortie à partir de nouvelles entrées après avoir été entraîné sur ces données labellisées.</a:t>
          </a:r>
          <a:endParaRPr lang="fr-FR" sz="1200" dirty="0">
            <a:latin typeface="Advent Pro" panose="02000506040000020004" pitchFamily="2" charset="0"/>
          </a:endParaRPr>
        </a:p>
      </dgm:t>
    </dgm:pt>
    <dgm:pt modelId="{C9879C88-54F4-4756-AB08-E0DF7966F880}" type="parTrans" cxnId="{1C5B0F0C-3CE9-4CF5-B2C8-48E88B473742}">
      <dgm:prSet/>
      <dgm:spPr/>
      <dgm:t>
        <a:bodyPr/>
        <a:lstStyle/>
        <a:p>
          <a:endParaRPr lang="fr-FR"/>
        </a:p>
      </dgm:t>
    </dgm:pt>
    <dgm:pt modelId="{4CE6AF53-84D6-4CF7-9AC2-A393532F0978}" type="sibTrans" cxnId="{1C5B0F0C-3CE9-4CF5-B2C8-48E88B473742}">
      <dgm:prSet/>
      <dgm:spPr/>
      <dgm:t>
        <a:bodyPr/>
        <a:lstStyle/>
        <a:p>
          <a:endParaRPr lang="fr-FR"/>
        </a:p>
      </dgm:t>
    </dgm:pt>
    <dgm:pt modelId="{0925A11D-3BC3-4927-BB8B-288E39020462}">
      <dgm:prSet custT="1"/>
      <dgm:spPr/>
      <dgm:t>
        <a:bodyPr/>
        <a:lstStyle/>
        <a:p>
          <a:pPr>
            <a:buFontTx/>
            <a:buNone/>
          </a:pPr>
          <a:endParaRPr lang="fr-FR" sz="500" dirty="0">
            <a:latin typeface="Advent Pro" panose="02000506040000020004" pitchFamily="2" charset="0"/>
          </a:endParaRPr>
        </a:p>
      </dgm:t>
    </dgm:pt>
    <dgm:pt modelId="{9542A9FF-1F2E-445D-A008-6429D05716E6}" type="parTrans" cxnId="{A67134FC-3760-4208-837C-2BA1987AC322}">
      <dgm:prSet/>
      <dgm:spPr/>
      <dgm:t>
        <a:bodyPr/>
        <a:lstStyle/>
        <a:p>
          <a:endParaRPr lang="fr-FR"/>
        </a:p>
      </dgm:t>
    </dgm:pt>
    <dgm:pt modelId="{11EC1DA8-20C3-40CE-AD59-1671267C3AC1}" type="sibTrans" cxnId="{A67134FC-3760-4208-837C-2BA1987AC322}">
      <dgm:prSet/>
      <dgm:spPr/>
      <dgm:t>
        <a:bodyPr/>
        <a:lstStyle/>
        <a:p>
          <a:endParaRPr lang="fr-FR"/>
        </a:p>
      </dgm:t>
    </dgm:pt>
    <dgm:pt modelId="{3BA99530-433B-4622-960B-328D81321E19}">
      <dgm:prSet custT="1"/>
      <dgm:spPr/>
      <dgm:t>
        <a:bodyPr/>
        <a:lstStyle/>
        <a:p>
          <a:pPr>
            <a:buFontTx/>
            <a:buNone/>
          </a:pPr>
          <a:r>
            <a:rPr lang="fr-FR" sz="1800" b="0" dirty="0">
              <a:solidFill>
                <a:schemeClr val="tx1"/>
              </a:solidFill>
              <a:effectLst/>
              <a:latin typeface="Arial Narrow" panose="020B0606020202030204" pitchFamily="34" charset="0"/>
              <a:ea typeface="Calibri" panose="020F0502020204030204" pitchFamily="34" charset="0"/>
              <a:cs typeface="Calibri Light" panose="020F0302020204030204" pitchFamily="34" charset="0"/>
            </a:rPr>
            <a:t>Elle consiste à laisser les ordinateurs apprendre de leurs expériences grâce à un système de récompense ou de pénalité</a:t>
          </a:r>
          <a:endParaRPr lang="fr-FR" sz="1800" dirty="0">
            <a:latin typeface="Advent Pro" panose="02000506040000020004" pitchFamily="2" charset="0"/>
          </a:endParaRPr>
        </a:p>
      </dgm:t>
    </dgm:pt>
    <dgm:pt modelId="{BD19D994-6F69-4D38-9076-BBDC1CEFB635}" type="parTrans" cxnId="{7D8C5FFD-BC3E-409A-ADAD-4E3B2ACB3860}">
      <dgm:prSet/>
      <dgm:spPr/>
      <dgm:t>
        <a:bodyPr/>
        <a:lstStyle/>
        <a:p>
          <a:endParaRPr lang="fr-FR"/>
        </a:p>
      </dgm:t>
    </dgm:pt>
    <dgm:pt modelId="{D0C2AD8E-B75C-4F66-9F27-004BB057CF61}" type="sibTrans" cxnId="{7D8C5FFD-BC3E-409A-ADAD-4E3B2ACB3860}">
      <dgm:prSet/>
      <dgm:spPr/>
      <dgm:t>
        <a:bodyPr/>
        <a:lstStyle/>
        <a:p>
          <a:endParaRPr lang="fr-FR"/>
        </a:p>
      </dgm:t>
    </dgm:pt>
    <dgm:pt modelId="{F59E929E-C4DA-4660-8B7D-56284056D13D}">
      <dgm:prSet custT="1"/>
      <dgm:spPr/>
      <dgm:t>
        <a:bodyPr/>
        <a:lstStyle/>
        <a:p>
          <a:pPr>
            <a:buFontTx/>
            <a:buNone/>
          </a:pPr>
          <a:r>
            <a:rPr lang="fr-FR" sz="1400" dirty="0"/>
            <a:t>l'apprentissage non supervisé utilise des données qui ne sont pas étiquetées. Le modèle essaie de comprendre les structures et les motifs des données sans aucune instruction spécifique sur ce qu'il doit prédire.</a:t>
          </a:r>
        </a:p>
      </dgm:t>
    </dgm:pt>
    <dgm:pt modelId="{F80A370D-7675-429E-B2A5-54A57A615147}" type="parTrans" cxnId="{893E25AD-3E0B-4DD7-8925-10E75DD1288B}">
      <dgm:prSet/>
      <dgm:spPr/>
      <dgm:t>
        <a:bodyPr/>
        <a:lstStyle/>
        <a:p>
          <a:endParaRPr lang="fr-FR"/>
        </a:p>
      </dgm:t>
    </dgm:pt>
    <dgm:pt modelId="{5BBB2D8A-D5E8-4B2A-ADC1-EBC505AE729D}" type="sibTrans" cxnId="{893E25AD-3E0B-4DD7-8925-10E75DD1288B}">
      <dgm:prSet/>
      <dgm:spPr/>
      <dgm:t>
        <a:bodyPr/>
        <a:lstStyle/>
        <a:p>
          <a:endParaRPr lang="fr-FR"/>
        </a:p>
      </dgm:t>
    </dgm:pt>
    <dgm:pt modelId="{C8D50445-BEE5-4575-B28D-E36072CC67FF}" type="pres">
      <dgm:prSet presAssocID="{8506D82A-C910-4E8E-BEE0-40BD9923959B}" presName="diagram" presStyleCnt="0">
        <dgm:presLayoutVars>
          <dgm:dir/>
          <dgm:animLvl val="lvl"/>
          <dgm:resizeHandles val="exact"/>
        </dgm:presLayoutVars>
      </dgm:prSet>
      <dgm:spPr/>
    </dgm:pt>
    <dgm:pt modelId="{9A2CD215-65A2-41A3-AB2C-5D3989683B09}" type="pres">
      <dgm:prSet presAssocID="{809B06CF-FDA2-458D-9CEE-FCC3073F879F}" presName="compNode" presStyleCnt="0"/>
      <dgm:spPr/>
    </dgm:pt>
    <dgm:pt modelId="{05B65699-49F0-4C5D-8F99-8513B1DE4E19}" type="pres">
      <dgm:prSet presAssocID="{809B06CF-FDA2-458D-9CEE-FCC3073F879F}" presName="childRect" presStyleLbl="bgAcc1" presStyleIdx="0" presStyleCnt="3" custScaleX="108433" custScaleY="285400" custLinFactNeighborX="-10240" custLinFactNeighborY="3437">
        <dgm:presLayoutVars>
          <dgm:bulletEnabled val="1"/>
        </dgm:presLayoutVars>
      </dgm:prSet>
      <dgm:spPr/>
    </dgm:pt>
    <dgm:pt modelId="{5D693331-B947-4051-9244-2F7CF84CEDF9}" type="pres">
      <dgm:prSet presAssocID="{809B06CF-FDA2-458D-9CEE-FCC3073F879F}" presName="parentText" presStyleLbl="node1" presStyleIdx="0" presStyleCnt="0">
        <dgm:presLayoutVars>
          <dgm:chMax val="0"/>
          <dgm:bulletEnabled val="1"/>
        </dgm:presLayoutVars>
      </dgm:prSet>
      <dgm:spPr/>
    </dgm:pt>
    <dgm:pt modelId="{4FBD093F-D6A9-463B-A8E6-CB2DF8AFD2FC}" type="pres">
      <dgm:prSet presAssocID="{809B06CF-FDA2-458D-9CEE-FCC3073F879F}" presName="parentRect" presStyleLbl="alignNode1" presStyleIdx="0" presStyleCnt="3" custLinFactNeighborX="-9461" custLinFactNeighborY="16146"/>
      <dgm:spPr/>
    </dgm:pt>
    <dgm:pt modelId="{DEA7A119-7834-476F-8AEB-4EC1A4345ED0}" type="pres">
      <dgm:prSet presAssocID="{809B06CF-FDA2-458D-9CEE-FCC3073F879F}" presName="adorn" presStyleLbl="fgAccFollowNode1" presStyleIdx="0" presStyleCnt="3" custLinFactNeighborX="-57121" custLinFactNeighborY="21695"/>
      <dgm:spPr/>
    </dgm:pt>
    <dgm:pt modelId="{B3E3C58D-EAB6-4EDD-895C-CBBFD7EADF7D}" type="pres">
      <dgm:prSet presAssocID="{2D90B160-8B12-4AAA-AFE0-773D9349387F}" presName="sibTrans" presStyleLbl="sibTrans2D1" presStyleIdx="0" presStyleCnt="0"/>
      <dgm:spPr/>
    </dgm:pt>
    <dgm:pt modelId="{DDB68391-2ADE-4BCA-8573-97EA864B7DDD}" type="pres">
      <dgm:prSet presAssocID="{E5FA1FDF-D204-4EF4-A30B-888AE668E6B5}" presName="compNode" presStyleCnt="0"/>
      <dgm:spPr/>
    </dgm:pt>
    <dgm:pt modelId="{045A39B2-4896-4E15-A9B4-1117C5F510F6}" type="pres">
      <dgm:prSet presAssocID="{E5FA1FDF-D204-4EF4-A30B-888AE668E6B5}" presName="childRect" presStyleLbl="bgAcc1" presStyleIdx="1" presStyleCnt="3" custScaleX="125058" custScaleY="287284" custLinFactNeighborX="798" custLinFactNeighborY="-1206">
        <dgm:presLayoutVars>
          <dgm:bulletEnabled val="1"/>
        </dgm:presLayoutVars>
      </dgm:prSet>
      <dgm:spPr/>
    </dgm:pt>
    <dgm:pt modelId="{43D02D5A-945D-46E0-A40B-7F6CF07F8968}" type="pres">
      <dgm:prSet presAssocID="{E5FA1FDF-D204-4EF4-A30B-888AE668E6B5}" presName="parentText" presStyleLbl="node1" presStyleIdx="0" presStyleCnt="0">
        <dgm:presLayoutVars>
          <dgm:chMax val="0"/>
          <dgm:bulletEnabled val="1"/>
        </dgm:presLayoutVars>
      </dgm:prSet>
      <dgm:spPr/>
    </dgm:pt>
    <dgm:pt modelId="{D845F0DD-A508-4AB5-ADDB-B52AE4EC97F5}" type="pres">
      <dgm:prSet presAssocID="{E5FA1FDF-D204-4EF4-A30B-888AE668E6B5}" presName="parentRect" presStyleLbl="alignNode1" presStyleIdx="1" presStyleCnt="3" custLinFactNeighborX="14109" custLinFactNeighborY="13898"/>
      <dgm:spPr/>
    </dgm:pt>
    <dgm:pt modelId="{BA5A8577-48BC-436A-A268-2F1929F903A9}" type="pres">
      <dgm:prSet presAssocID="{E5FA1FDF-D204-4EF4-A30B-888AE668E6B5}" presName="adorn" presStyleLbl="fgAccFollowNode1" presStyleIdx="1" presStyleCnt="3" custLinFactNeighborX="15580" custLinFactNeighborY="21695"/>
      <dgm:spPr/>
    </dgm:pt>
    <dgm:pt modelId="{F20426B0-1060-4C2B-AA2E-4ACD227FC73B}" type="pres">
      <dgm:prSet presAssocID="{812AA922-F36D-42A4-8489-E45B6613289E}" presName="sibTrans" presStyleLbl="sibTrans2D1" presStyleIdx="0" presStyleCnt="0"/>
      <dgm:spPr/>
    </dgm:pt>
    <dgm:pt modelId="{575E077A-192E-4772-A3DD-6C7DD40DAE0B}" type="pres">
      <dgm:prSet presAssocID="{582566AB-B601-4C5D-86A0-8BD11863BFAE}" presName="compNode" presStyleCnt="0"/>
      <dgm:spPr/>
    </dgm:pt>
    <dgm:pt modelId="{185F4EEF-7741-408E-B07F-3387C90E4D79}" type="pres">
      <dgm:prSet presAssocID="{582566AB-B601-4C5D-86A0-8BD11863BFAE}" presName="childRect" presStyleLbl="bgAcc1" presStyleIdx="2" presStyleCnt="3" custScaleX="120626" custScaleY="285258" custLinFactNeighborX="7541" custLinFactNeighborY="29174">
        <dgm:presLayoutVars>
          <dgm:bulletEnabled val="1"/>
        </dgm:presLayoutVars>
      </dgm:prSet>
      <dgm:spPr/>
    </dgm:pt>
    <dgm:pt modelId="{C175702E-0ACB-4A0D-9C6A-9E362C278F8B}" type="pres">
      <dgm:prSet presAssocID="{582566AB-B601-4C5D-86A0-8BD11863BFAE}" presName="parentText" presStyleLbl="node1" presStyleIdx="0" presStyleCnt="0">
        <dgm:presLayoutVars>
          <dgm:chMax val="0"/>
          <dgm:bulletEnabled val="1"/>
        </dgm:presLayoutVars>
      </dgm:prSet>
      <dgm:spPr/>
    </dgm:pt>
    <dgm:pt modelId="{8B25DF38-4C0A-45A9-894C-8FC940818A26}" type="pres">
      <dgm:prSet presAssocID="{582566AB-B601-4C5D-86A0-8BD11863BFAE}" presName="parentRect" presStyleLbl="alignNode1" presStyleIdx="2" presStyleCnt="3" custLinFactNeighborX="16867" custLinFactNeighborY="-48793"/>
      <dgm:spPr/>
    </dgm:pt>
    <dgm:pt modelId="{1FC52FA8-9A1A-4277-81AB-632BCD152F24}" type="pres">
      <dgm:prSet presAssocID="{582566AB-B601-4C5D-86A0-8BD11863BFAE}" presName="adorn" presStyleLbl="fgAccFollowNode1" presStyleIdx="2" presStyleCnt="3" custLinFactNeighborX="34069" custLinFactNeighborY="-21183"/>
      <dgm:spPr/>
    </dgm:pt>
  </dgm:ptLst>
  <dgm:cxnLst>
    <dgm:cxn modelId="{D4A80804-B6F6-4F73-AF3E-CB133C981231}" type="presOf" srcId="{FD83AF7B-B6F5-414F-86A0-BB3361279E27}" destId="{05B65699-49F0-4C5D-8F99-8513B1DE4E19}" srcOrd="0" destOrd="0" presId="urn:microsoft.com/office/officeart/2005/8/layout/bList2"/>
    <dgm:cxn modelId="{9667100A-63DF-4253-B32F-8E586B7553E9}" type="presOf" srcId="{3BA99530-433B-4622-960B-328D81321E19}" destId="{185F4EEF-7741-408E-B07F-3387C90E4D79}" srcOrd="0" destOrd="0" presId="urn:microsoft.com/office/officeart/2005/8/layout/bList2"/>
    <dgm:cxn modelId="{1C5B0F0C-3CE9-4CF5-B2C8-48E88B473742}" srcId="{809B06CF-FDA2-458D-9CEE-FCC3073F879F}" destId="{FD83AF7B-B6F5-414F-86A0-BB3361279E27}" srcOrd="0" destOrd="0" parTransId="{C9879C88-54F4-4756-AB08-E0DF7966F880}" sibTransId="{4CE6AF53-84D6-4CF7-9AC2-A393532F0978}"/>
    <dgm:cxn modelId="{E83B480C-F7FC-4D50-B16F-DCBD1C5EA22F}" type="presOf" srcId="{8506D82A-C910-4E8E-BEE0-40BD9923959B}" destId="{C8D50445-BEE5-4575-B28D-E36072CC67FF}" srcOrd="0" destOrd="0" presId="urn:microsoft.com/office/officeart/2005/8/layout/bList2"/>
    <dgm:cxn modelId="{5C5CC611-47D4-433E-B02C-9D4B84EE2284}" type="presOf" srcId="{E5FA1FDF-D204-4EF4-A30B-888AE668E6B5}" destId="{43D02D5A-945D-46E0-A40B-7F6CF07F8968}" srcOrd="0" destOrd="0" presId="urn:microsoft.com/office/officeart/2005/8/layout/bList2"/>
    <dgm:cxn modelId="{B72B2F48-9926-45D3-83E7-84CD385F6A20}" type="presOf" srcId="{0925A11D-3BC3-4927-BB8B-288E39020462}" destId="{045A39B2-4896-4E15-A9B4-1117C5F510F6}" srcOrd="0" destOrd="0" presId="urn:microsoft.com/office/officeart/2005/8/layout/bList2"/>
    <dgm:cxn modelId="{B76E7C4F-56EF-43C7-BAF7-266F97C42887}" srcId="{8506D82A-C910-4E8E-BEE0-40BD9923959B}" destId="{582566AB-B601-4C5D-86A0-8BD11863BFAE}" srcOrd="2" destOrd="0" parTransId="{D7EA787C-C555-47D7-93FE-C4F5D85C5281}" sibTransId="{E83DAFBE-D3A0-468C-ABF5-0D31116E4B22}"/>
    <dgm:cxn modelId="{7FB19E52-6443-4172-ADC0-558AEDE414E6}" type="presOf" srcId="{582566AB-B601-4C5D-86A0-8BD11863BFAE}" destId="{8B25DF38-4C0A-45A9-894C-8FC940818A26}" srcOrd="1" destOrd="0" presId="urn:microsoft.com/office/officeart/2005/8/layout/bList2"/>
    <dgm:cxn modelId="{6D54E853-3208-49EB-B7D2-E04C9B2DFE2B}" srcId="{8506D82A-C910-4E8E-BEE0-40BD9923959B}" destId="{E5FA1FDF-D204-4EF4-A30B-888AE668E6B5}" srcOrd="1" destOrd="0" parTransId="{E7CB6321-69B6-4C6F-A6B6-BDEC3409482F}" sibTransId="{812AA922-F36D-42A4-8489-E45B6613289E}"/>
    <dgm:cxn modelId="{BCAFDE57-ABE8-42AC-91CD-FA12B4920667}" srcId="{8506D82A-C910-4E8E-BEE0-40BD9923959B}" destId="{809B06CF-FDA2-458D-9CEE-FCC3073F879F}" srcOrd="0" destOrd="0" parTransId="{3089D04A-7942-4A06-AAA0-E827E2E7148E}" sibTransId="{2D90B160-8B12-4AAA-AFE0-773D9349387F}"/>
    <dgm:cxn modelId="{2661D17A-41A5-4B89-8EF8-2FEE9DF4280F}" type="presOf" srcId="{2D90B160-8B12-4AAA-AFE0-773D9349387F}" destId="{B3E3C58D-EAB6-4EDD-895C-CBBFD7EADF7D}" srcOrd="0" destOrd="0" presId="urn:microsoft.com/office/officeart/2005/8/layout/bList2"/>
    <dgm:cxn modelId="{1689DF8D-1E85-4E76-AE65-9559A765D3A3}" type="presOf" srcId="{812AA922-F36D-42A4-8489-E45B6613289E}" destId="{F20426B0-1060-4C2B-AA2E-4ACD227FC73B}" srcOrd="0" destOrd="0" presId="urn:microsoft.com/office/officeart/2005/8/layout/bList2"/>
    <dgm:cxn modelId="{882AD0A5-E72C-4428-95D4-070DC90E96FF}" type="presOf" srcId="{809B06CF-FDA2-458D-9CEE-FCC3073F879F}" destId="{5D693331-B947-4051-9244-2F7CF84CEDF9}" srcOrd="0" destOrd="0" presId="urn:microsoft.com/office/officeart/2005/8/layout/bList2"/>
    <dgm:cxn modelId="{893E25AD-3E0B-4DD7-8925-10E75DD1288B}" srcId="{E5FA1FDF-D204-4EF4-A30B-888AE668E6B5}" destId="{F59E929E-C4DA-4660-8B7D-56284056D13D}" srcOrd="1" destOrd="0" parTransId="{F80A370D-7675-429E-B2A5-54A57A615147}" sibTransId="{5BBB2D8A-D5E8-4B2A-ADC1-EBC505AE729D}"/>
    <dgm:cxn modelId="{FBCC51D5-6BC5-44AD-BD71-E0B112184ECC}" type="presOf" srcId="{F59E929E-C4DA-4660-8B7D-56284056D13D}" destId="{045A39B2-4896-4E15-A9B4-1117C5F510F6}" srcOrd="0" destOrd="1" presId="urn:microsoft.com/office/officeart/2005/8/layout/bList2"/>
    <dgm:cxn modelId="{25DCC4DA-CC3B-47B5-82AB-E1DA4C966265}" type="presOf" srcId="{582566AB-B601-4C5D-86A0-8BD11863BFAE}" destId="{C175702E-0ACB-4A0D-9C6A-9E362C278F8B}" srcOrd="0" destOrd="0" presId="urn:microsoft.com/office/officeart/2005/8/layout/bList2"/>
    <dgm:cxn modelId="{2C3D74DD-3B99-4A9D-AF1B-A394D1FF0817}" type="presOf" srcId="{809B06CF-FDA2-458D-9CEE-FCC3073F879F}" destId="{4FBD093F-D6A9-463B-A8E6-CB2DF8AFD2FC}" srcOrd="1" destOrd="0" presId="urn:microsoft.com/office/officeart/2005/8/layout/bList2"/>
    <dgm:cxn modelId="{85DA82E1-7B24-46E7-899D-F3D70CD471D0}" type="presOf" srcId="{E5FA1FDF-D204-4EF4-A30B-888AE668E6B5}" destId="{D845F0DD-A508-4AB5-ADDB-B52AE4EC97F5}" srcOrd="1" destOrd="0" presId="urn:microsoft.com/office/officeart/2005/8/layout/bList2"/>
    <dgm:cxn modelId="{A67134FC-3760-4208-837C-2BA1987AC322}" srcId="{E5FA1FDF-D204-4EF4-A30B-888AE668E6B5}" destId="{0925A11D-3BC3-4927-BB8B-288E39020462}" srcOrd="0" destOrd="0" parTransId="{9542A9FF-1F2E-445D-A008-6429D05716E6}" sibTransId="{11EC1DA8-20C3-40CE-AD59-1671267C3AC1}"/>
    <dgm:cxn modelId="{7D8C5FFD-BC3E-409A-ADAD-4E3B2ACB3860}" srcId="{582566AB-B601-4C5D-86A0-8BD11863BFAE}" destId="{3BA99530-433B-4622-960B-328D81321E19}" srcOrd="0" destOrd="0" parTransId="{BD19D994-6F69-4D38-9076-BBDC1CEFB635}" sibTransId="{D0C2AD8E-B75C-4F66-9F27-004BB057CF61}"/>
    <dgm:cxn modelId="{EC34A58F-5C75-4291-8DA4-C9B89BAD651A}" type="presParOf" srcId="{C8D50445-BEE5-4575-B28D-E36072CC67FF}" destId="{9A2CD215-65A2-41A3-AB2C-5D3989683B09}" srcOrd="0" destOrd="0" presId="urn:microsoft.com/office/officeart/2005/8/layout/bList2"/>
    <dgm:cxn modelId="{FE1409D9-4192-4C4B-9ADF-A62BBA8C1413}" type="presParOf" srcId="{9A2CD215-65A2-41A3-AB2C-5D3989683B09}" destId="{05B65699-49F0-4C5D-8F99-8513B1DE4E19}" srcOrd="0" destOrd="0" presId="urn:microsoft.com/office/officeart/2005/8/layout/bList2"/>
    <dgm:cxn modelId="{1CBF8DDB-BD32-493D-BED5-09BF13C3D95C}" type="presParOf" srcId="{9A2CD215-65A2-41A3-AB2C-5D3989683B09}" destId="{5D693331-B947-4051-9244-2F7CF84CEDF9}" srcOrd="1" destOrd="0" presId="urn:microsoft.com/office/officeart/2005/8/layout/bList2"/>
    <dgm:cxn modelId="{B088FC2C-5E4F-421E-B177-A3E677DB4F08}" type="presParOf" srcId="{9A2CD215-65A2-41A3-AB2C-5D3989683B09}" destId="{4FBD093F-D6A9-463B-A8E6-CB2DF8AFD2FC}" srcOrd="2" destOrd="0" presId="urn:microsoft.com/office/officeart/2005/8/layout/bList2"/>
    <dgm:cxn modelId="{87494EE7-AA91-4FCF-A2DB-D236EA2F0A6A}" type="presParOf" srcId="{9A2CD215-65A2-41A3-AB2C-5D3989683B09}" destId="{DEA7A119-7834-476F-8AEB-4EC1A4345ED0}" srcOrd="3" destOrd="0" presId="urn:microsoft.com/office/officeart/2005/8/layout/bList2"/>
    <dgm:cxn modelId="{4C502FA7-08C7-4CBF-A0EC-B65F062EA8CE}" type="presParOf" srcId="{C8D50445-BEE5-4575-B28D-E36072CC67FF}" destId="{B3E3C58D-EAB6-4EDD-895C-CBBFD7EADF7D}" srcOrd="1" destOrd="0" presId="urn:microsoft.com/office/officeart/2005/8/layout/bList2"/>
    <dgm:cxn modelId="{01976450-D66D-4E4D-812D-EB237E879BBA}" type="presParOf" srcId="{C8D50445-BEE5-4575-B28D-E36072CC67FF}" destId="{DDB68391-2ADE-4BCA-8573-97EA864B7DDD}" srcOrd="2" destOrd="0" presId="urn:microsoft.com/office/officeart/2005/8/layout/bList2"/>
    <dgm:cxn modelId="{7A4AC5E8-611C-4B11-B613-2A6B853BB128}" type="presParOf" srcId="{DDB68391-2ADE-4BCA-8573-97EA864B7DDD}" destId="{045A39B2-4896-4E15-A9B4-1117C5F510F6}" srcOrd="0" destOrd="0" presId="urn:microsoft.com/office/officeart/2005/8/layout/bList2"/>
    <dgm:cxn modelId="{0B1E41E0-D5E6-423B-A894-501D36B7D1FC}" type="presParOf" srcId="{DDB68391-2ADE-4BCA-8573-97EA864B7DDD}" destId="{43D02D5A-945D-46E0-A40B-7F6CF07F8968}" srcOrd="1" destOrd="0" presId="urn:microsoft.com/office/officeart/2005/8/layout/bList2"/>
    <dgm:cxn modelId="{843DDA5A-D0F6-4DC3-8E07-BFDCCC58B354}" type="presParOf" srcId="{DDB68391-2ADE-4BCA-8573-97EA864B7DDD}" destId="{D845F0DD-A508-4AB5-ADDB-B52AE4EC97F5}" srcOrd="2" destOrd="0" presId="urn:microsoft.com/office/officeart/2005/8/layout/bList2"/>
    <dgm:cxn modelId="{4BF4788B-9863-495A-A9D7-D89AC99CBDA1}" type="presParOf" srcId="{DDB68391-2ADE-4BCA-8573-97EA864B7DDD}" destId="{BA5A8577-48BC-436A-A268-2F1929F903A9}" srcOrd="3" destOrd="0" presId="urn:microsoft.com/office/officeart/2005/8/layout/bList2"/>
    <dgm:cxn modelId="{C21A3F51-C827-4013-B98C-19416175B5AB}" type="presParOf" srcId="{C8D50445-BEE5-4575-B28D-E36072CC67FF}" destId="{F20426B0-1060-4C2B-AA2E-4ACD227FC73B}" srcOrd="3" destOrd="0" presId="urn:microsoft.com/office/officeart/2005/8/layout/bList2"/>
    <dgm:cxn modelId="{37D7EB62-BD3B-450A-AE3C-54C8A9DE61B8}" type="presParOf" srcId="{C8D50445-BEE5-4575-B28D-E36072CC67FF}" destId="{575E077A-192E-4772-A3DD-6C7DD40DAE0B}" srcOrd="4" destOrd="0" presId="urn:microsoft.com/office/officeart/2005/8/layout/bList2"/>
    <dgm:cxn modelId="{286D85B0-CECE-44FA-BCF2-7600B3A7F3D3}" type="presParOf" srcId="{575E077A-192E-4772-A3DD-6C7DD40DAE0B}" destId="{185F4EEF-7741-408E-B07F-3387C90E4D79}" srcOrd="0" destOrd="0" presId="urn:microsoft.com/office/officeart/2005/8/layout/bList2"/>
    <dgm:cxn modelId="{DB19EAB0-C0EF-4DB5-A23A-92408B15BF4E}" type="presParOf" srcId="{575E077A-192E-4772-A3DD-6C7DD40DAE0B}" destId="{C175702E-0ACB-4A0D-9C6A-9E362C278F8B}" srcOrd="1" destOrd="0" presId="urn:microsoft.com/office/officeart/2005/8/layout/bList2"/>
    <dgm:cxn modelId="{6D8CCB4A-05C7-45E5-BE23-BFC7AEE88FB5}" type="presParOf" srcId="{575E077A-192E-4772-A3DD-6C7DD40DAE0B}" destId="{8B25DF38-4C0A-45A9-894C-8FC940818A26}" srcOrd="2" destOrd="0" presId="urn:microsoft.com/office/officeart/2005/8/layout/bList2"/>
    <dgm:cxn modelId="{A4E51925-1D54-4185-A64B-13C7B255C982}" type="presParOf" srcId="{575E077A-192E-4772-A3DD-6C7DD40DAE0B}" destId="{1FC52FA8-9A1A-4277-81AB-632BCD152F24}"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06D82A-C910-4E8E-BEE0-40BD9923959B}" type="doc">
      <dgm:prSet loTypeId="urn:microsoft.com/office/officeart/2005/8/layout/bList2" loCatId="picture" qsTypeId="urn:microsoft.com/office/officeart/2005/8/quickstyle/simple1" qsCatId="simple" csTypeId="urn:microsoft.com/office/officeart/2005/8/colors/accent1_2" csCatId="accent1" phldr="1"/>
      <dgm:spPr/>
      <dgm:t>
        <a:bodyPr/>
        <a:lstStyle/>
        <a:p>
          <a:endParaRPr lang="fr-FR"/>
        </a:p>
      </dgm:t>
    </dgm:pt>
    <dgm:pt modelId="{582566AB-B601-4C5D-86A0-8BD11863BFAE}">
      <dgm:prSet phldrT="[Texte]"/>
      <dgm:spPr/>
      <dgm:t>
        <a:bodyPr/>
        <a:lstStyle/>
        <a:p>
          <a:r>
            <a:rPr lang="fr-FR" b="1" i="1" dirty="0"/>
            <a:t>Importance des données</a:t>
          </a:r>
          <a:endParaRPr lang="fr-FR" dirty="0"/>
        </a:p>
      </dgm:t>
    </dgm:pt>
    <dgm:pt modelId="{D7EA787C-C555-47D7-93FE-C4F5D85C5281}" type="parTrans" cxnId="{B76E7C4F-56EF-43C7-BAF7-266F97C42887}">
      <dgm:prSet/>
      <dgm:spPr/>
      <dgm:t>
        <a:bodyPr/>
        <a:lstStyle/>
        <a:p>
          <a:endParaRPr lang="fr-FR"/>
        </a:p>
      </dgm:t>
    </dgm:pt>
    <dgm:pt modelId="{E83DAFBE-D3A0-468C-ABF5-0D31116E4B22}" type="sibTrans" cxnId="{B76E7C4F-56EF-43C7-BAF7-266F97C42887}">
      <dgm:prSet/>
      <dgm:spPr/>
      <dgm:t>
        <a:bodyPr/>
        <a:lstStyle/>
        <a:p>
          <a:endParaRPr lang="fr-FR"/>
        </a:p>
      </dgm:t>
    </dgm:pt>
    <dgm:pt modelId="{97803DA9-EBD4-4238-A1A9-C0BB768E9C70}">
      <dgm:prSet custT="1"/>
      <dgm:spPr/>
      <dgm:t>
        <a:bodyPr/>
        <a:lstStyle/>
        <a:p>
          <a:pPr>
            <a:lnSpc>
              <a:spcPct val="150000"/>
            </a:lnSpc>
          </a:pPr>
          <a:r>
            <a:rPr lang="fr-FR" sz="1600" dirty="0"/>
            <a:t>Qualité des prédictions</a:t>
          </a:r>
        </a:p>
      </dgm:t>
    </dgm:pt>
    <dgm:pt modelId="{97004A97-9A74-4DDC-B02B-C055662F8F3E}" type="parTrans" cxnId="{3BFAFD95-A766-49A5-930D-1F3B6837B2E1}">
      <dgm:prSet/>
      <dgm:spPr/>
      <dgm:t>
        <a:bodyPr/>
        <a:lstStyle/>
        <a:p>
          <a:endParaRPr lang="fr-FR"/>
        </a:p>
      </dgm:t>
    </dgm:pt>
    <dgm:pt modelId="{48714F4C-74CA-4A20-95A6-66E878CDA0B4}" type="sibTrans" cxnId="{3BFAFD95-A766-49A5-930D-1F3B6837B2E1}">
      <dgm:prSet/>
      <dgm:spPr/>
      <dgm:t>
        <a:bodyPr/>
        <a:lstStyle/>
        <a:p>
          <a:endParaRPr lang="fr-FR"/>
        </a:p>
      </dgm:t>
    </dgm:pt>
    <dgm:pt modelId="{1029FDAC-28C5-4FCE-B984-054DDFEB6129}">
      <dgm:prSet custT="1"/>
      <dgm:spPr/>
      <dgm:t>
        <a:bodyPr/>
        <a:lstStyle/>
        <a:p>
          <a:pPr>
            <a:lnSpc>
              <a:spcPct val="150000"/>
            </a:lnSpc>
          </a:pPr>
          <a:r>
            <a:rPr lang="fr-FR" sz="1600" dirty="0"/>
            <a:t>Représentatif</a:t>
          </a:r>
        </a:p>
      </dgm:t>
    </dgm:pt>
    <dgm:pt modelId="{18F1C114-A4B1-4C3B-973E-ED696E2C2130}" type="parTrans" cxnId="{8ADF4F13-0DF7-43DE-9B32-B6AF958CB567}">
      <dgm:prSet/>
      <dgm:spPr/>
      <dgm:t>
        <a:bodyPr/>
        <a:lstStyle/>
        <a:p>
          <a:endParaRPr lang="fr-FR"/>
        </a:p>
      </dgm:t>
    </dgm:pt>
    <dgm:pt modelId="{C24E669C-5280-43F2-A48A-280A238878D8}" type="sibTrans" cxnId="{8ADF4F13-0DF7-43DE-9B32-B6AF958CB567}">
      <dgm:prSet/>
      <dgm:spPr/>
      <dgm:t>
        <a:bodyPr/>
        <a:lstStyle/>
        <a:p>
          <a:endParaRPr lang="fr-FR"/>
        </a:p>
      </dgm:t>
    </dgm:pt>
    <dgm:pt modelId="{182C6CCB-942E-450E-9482-06A5EBF3458F}">
      <dgm:prSet custT="1"/>
      <dgm:spPr/>
      <dgm:t>
        <a:bodyPr/>
        <a:lstStyle/>
        <a:p>
          <a:pPr>
            <a:lnSpc>
              <a:spcPct val="150000"/>
            </a:lnSpc>
          </a:pPr>
          <a:r>
            <a:rPr lang="fr-FR" sz="1600" dirty="0"/>
            <a:t>Volume des données</a:t>
          </a:r>
        </a:p>
      </dgm:t>
    </dgm:pt>
    <dgm:pt modelId="{506CBD3D-019C-4B05-AD32-92A5F093A10D}" type="parTrans" cxnId="{6911E900-3991-4F24-AA7D-9C70AA260B55}">
      <dgm:prSet/>
      <dgm:spPr/>
      <dgm:t>
        <a:bodyPr/>
        <a:lstStyle/>
        <a:p>
          <a:endParaRPr lang="fr-FR"/>
        </a:p>
      </dgm:t>
    </dgm:pt>
    <dgm:pt modelId="{6F067772-246A-4CAB-8BE0-AF983FAEFEEB}" type="sibTrans" cxnId="{6911E900-3991-4F24-AA7D-9C70AA260B55}">
      <dgm:prSet/>
      <dgm:spPr/>
      <dgm:t>
        <a:bodyPr/>
        <a:lstStyle/>
        <a:p>
          <a:endParaRPr lang="fr-FR"/>
        </a:p>
      </dgm:t>
    </dgm:pt>
    <dgm:pt modelId="{CEE6445A-D827-42E6-818D-AF4F0260C66B}">
      <dgm:prSet custT="1"/>
      <dgm:spPr/>
      <dgm:t>
        <a:bodyPr/>
        <a:lstStyle/>
        <a:p>
          <a:pPr>
            <a:lnSpc>
              <a:spcPct val="150000"/>
            </a:lnSpc>
          </a:pPr>
          <a:r>
            <a:rPr lang="fr-FR" sz="1600" dirty="0"/>
            <a:t>Nettoyage et prétraitement</a:t>
          </a:r>
        </a:p>
      </dgm:t>
    </dgm:pt>
    <dgm:pt modelId="{B50DC5F5-9B00-4865-8C2F-4DC4BF8AC3B9}" type="parTrans" cxnId="{8840F4B4-5FE7-41E9-AB4E-6F48B59BF9C5}">
      <dgm:prSet/>
      <dgm:spPr/>
      <dgm:t>
        <a:bodyPr/>
        <a:lstStyle/>
        <a:p>
          <a:endParaRPr lang="fr-FR"/>
        </a:p>
      </dgm:t>
    </dgm:pt>
    <dgm:pt modelId="{5522D9B9-F1CB-4272-ADED-11A53E417BD1}" type="sibTrans" cxnId="{8840F4B4-5FE7-41E9-AB4E-6F48B59BF9C5}">
      <dgm:prSet/>
      <dgm:spPr/>
      <dgm:t>
        <a:bodyPr/>
        <a:lstStyle/>
        <a:p>
          <a:endParaRPr lang="fr-FR"/>
        </a:p>
      </dgm:t>
    </dgm:pt>
    <dgm:pt modelId="{0619C4E9-F3B5-47C6-BED4-8238BDE35C30}">
      <dgm:prSet custT="1"/>
      <dgm:spPr/>
      <dgm:t>
        <a:bodyPr/>
        <a:lstStyle/>
        <a:p>
          <a:pPr>
            <a:lnSpc>
              <a:spcPct val="150000"/>
            </a:lnSpc>
          </a:pPr>
          <a:r>
            <a:rPr lang="fr-FR" sz="1600" dirty="0"/>
            <a:t>Etiquetage de qualité</a:t>
          </a:r>
        </a:p>
      </dgm:t>
    </dgm:pt>
    <dgm:pt modelId="{2AF70587-BD66-40D7-A9EC-9DA01AB9A86C}" type="parTrans" cxnId="{DFA17A44-7099-4355-97CC-80462EFE4947}">
      <dgm:prSet/>
      <dgm:spPr/>
      <dgm:t>
        <a:bodyPr/>
        <a:lstStyle/>
        <a:p>
          <a:endParaRPr lang="fr-FR"/>
        </a:p>
      </dgm:t>
    </dgm:pt>
    <dgm:pt modelId="{E0F028A1-72B2-443F-836E-F714F49C223F}" type="sibTrans" cxnId="{DFA17A44-7099-4355-97CC-80462EFE4947}">
      <dgm:prSet/>
      <dgm:spPr/>
      <dgm:t>
        <a:bodyPr/>
        <a:lstStyle/>
        <a:p>
          <a:endParaRPr lang="fr-FR"/>
        </a:p>
      </dgm:t>
    </dgm:pt>
    <dgm:pt modelId="{BB4870B2-96CC-4164-9518-7F6D52AAD287}">
      <dgm:prSet custT="1"/>
      <dgm:spPr/>
      <dgm:t>
        <a:bodyPr/>
        <a:lstStyle/>
        <a:p>
          <a:pPr>
            <a:lnSpc>
              <a:spcPct val="150000"/>
            </a:lnSpc>
          </a:pPr>
          <a:r>
            <a:rPr lang="fr-FR" sz="1600" dirty="0" err="1"/>
            <a:t>etc</a:t>
          </a:r>
          <a:endParaRPr lang="fr-FR" sz="1600" dirty="0"/>
        </a:p>
      </dgm:t>
    </dgm:pt>
    <dgm:pt modelId="{7C1E7096-68C3-4065-926C-99ECC0C89527}" type="parTrans" cxnId="{E50A0C89-4199-4963-825B-B5DF27B0CFF6}">
      <dgm:prSet/>
      <dgm:spPr/>
      <dgm:t>
        <a:bodyPr/>
        <a:lstStyle/>
        <a:p>
          <a:endParaRPr lang="fr-FR"/>
        </a:p>
      </dgm:t>
    </dgm:pt>
    <dgm:pt modelId="{AD82284C-9966-4B04-B243-69ADA6B6A951}" type="sibTrans" cxnId="{E50A0C89-4199-4963-825B-B5DF27B0CFF6}">
      <dgm:prSet/>
      <dgm:spPr/>
      <dgm:t>
        <a:bodyPr/>
        <a:lstStyle/>
        <a:p>
          <a:endParaRPr lang="fr-FR"/>
        </a:p>
      </dgm:t>
    </dgm:pt>
    <dgm:pt modelId="{C8D50445-BEE5-4575-B28D-E36072CC67FF}" type="pres">
      <dgm:prSet presAssocID="{8506D82A-C910-4E8E-BEE0-40BD9923959B}" presName="diagram" presStyleCnt="0">
        <dgm:presLayoutVars>
          <dgm:dir/>
          <dgm:animLvl val="lvl"/>
          <dgm:resizeHandles val="exact"/>
        </dgm:presLayoutVars>
      </dgm:prSet>
      <dgm:spPr/>
    </dgm:pt>
    <dgm:pt modelId="{575E077A-192E-4772-A3DD-6C7DD40DAE0B}" type="pres">
      <dgm:prSet presAssocID="{582566AB-B601-4C5D-86A0-8BD11863BFAE}" presName="compNode" presStyleCnt="0"/>
      <dgm:spPr/>
    </dgm:pt>
    <dgm:pt modelId="{185F4EEF-7741-408E-B07F-3387C90E4D79}" type="pres">
      <dgm:prSet presAssocID="{582566AB-B601-4C5D-86A0-8BD11863BFAE}" presName="childRect" presStyleLbl="bgAcc1" presStyleIdx="0" presStyleCnt="1" custScaleX="197693" custScaleY="285258" custLinFactNeighborX="60945" custLinFactNeighborY="2166">
        <dgm:presLayoutVars>
          <dgm:bulletEnabled val="1"/>
        </dgm:presLayoutVars>
      </dgm:prSet>
      <dgm:spPr/>
    </dgm:pt>
    <dgm:pt modelId="{C175702E-0ACB-4A0D-9C6A-9E362C278F8B}" type="pres">
      <dgm:prSet presAssocID="{582566AB-B601-4C5D-86A0-8BD11863BFAE}" presName="parentText" presStyleLbl="node1" presStyleIdx="0" presStyleCnt="0">
        <dgm:presLayoutVars>
          <dgm:chMax val="0"/>
          <dgm:bulletEnabled val="1"/>
        </dgm:presLayoutVars>
      </dgm:prSet>
      <dgm:spPr/>
    </dgm:pt>
    <dgm:pt modelId="{8B25DF38-4C0A-45A9-894C-8FC940818A26}" type="pres">
      <dgm:prSet presAssocID="{582566AB-B601-4C5D-86A0-8BD11863BFAE}" presName="parentRect" presStyleLbl="alignNode1" presStyleIdx="0" presStyleCnt="1" custScaleX="107796" custScaleY="347555" custLinFactX="-46556" custLinFactY="-280689" custLinFactNeighborX="-100000" custLinFactNeighborY="-300000"/>
      <dgm:spPr/>
    </dgm:pt>
    <dgm:pt modelId="{1FC52FA8-9A1A-4277-81AB-632BCD152F24}" type="pres">
      <dgm:prSet presAssocID="{582566AB-B601-4C5D-86A0-8BD11863BFAE}" presName="adorn" presStyleLbl="fgAccFollowNode1" presStyleIdx="0" presStyleCnt="1" custAng="231759" custFlipVert="0" custFlipHor="1" custScaleX="21665" custScaleY="22062" custLinFactX="-325572" custLinFactY="32836" custLinFactNeighborX="-400000" custLinFactNeighborY="100000"/>
      <dgm:spPr/>
    </dgm:pt>
  </dgm:ptLst>
  <dgm:cxnLst>
    <dgm:cxn modelId="{6911E900-3991-4F24-AA7D-9C70AA260B55}" srcId="{582566AB-B601-4C5D-86A0-8BD11863BFAE}" destId="{182C6CCB-942E-450E-9482-06A5EBF3458F}" srcOrd="2" destOrd="0" parTransId="{506CBD3D-019C-4B05-AD32-92A5F093A10D}" sibTransId="{6F067772-246A-4CAB-8BE0-AF983FAEFEEB}"/>
    <dgm:cxn modelId="{E83B480C-F7FC-4D50-B16F-DCBD1C5EA22F}" type="presOf" srcId="{8506D82A-C910-4E8E-BEE0-40BD9923959B}" destId="{C8D50445-BEE5-4575-B28D-E36072CC67FF}" srcOrd="0" destOrd="0" presId="urn:microsoft.com/office/officeart/2005/8/layout/bList2"/>
    <dgm:cxn modelId="{8ADF4F13-0DF7-43DE-9B32-B6AF958CB567}" srcId="{582566AB-B601-4C5D-86A0-8BD11863BFAE}" destId="{1029FDAC-28C5-4FCE-B984-054DDFEB6129}" srcOrd="1" destOrd="0" parTransId="{18F1C114-A4B1-4C3B-973E-ED696E2C2130}" sibTransId="{C24E669C-5280-43F2-A48A-280A238878D8}"/>
    <dgm:cxn modelId="{88F47C3A-698D-4563-9275-65A31BA3D77A}" type="presOf" srcId="{CEE6445A-D827-42E6-818D-AF4F0260C66B}" destId="{185F4EEF-7741-408E-B07F-3387C90E4D79}" srcOrd="0" destOrd="3" presId="urn:microsoft.com/office/officeart/2005/8/layout/bList2"/>
    <dgm:cxn modelId="{9943475C-A49A-4BFA-9CA5-E0AE0077685F}" type="presOf" srcId="{97803DA9-EBD4-4238-A1A9-C0BB768E9C70}" destId="{185F4EEF-7741-408E-B07F-3387C90E4D79}" srcOrd="0" destOrd="0" presId="urn:microsoft.com/office/officeart/2005/8/layout/bList2"/>
    <dgm:cxn modelId="{DFA17A44-7099-4355-97CC-80462EFE4947}" srcId="{582566AB-B601-4C5D-86A0-8BD11863BFAE}" destId="{0619C4E9-F3B5-47C6-BED4-8238BDE35C30}" srcOrd="4" destOrd="0" parTransId="{2AF70587-BD66-40D7-A9EC-9DA01AB9A86C}" sibTransId="{E0F028A1-72B2-443F-836E-F714F49C223F}"/>
    <dgm:cxn modelId="{B76E7C4F-56EF-43C7-BAF7-266F97C42887}" srcId="{8506D82A-C910-4E8E-BEE0-40BD9923959B}" destId="{582566AB-B601-4C5D-86A0-8BD11863BFAE}" srcOrd="0" destOrd="0" parTransId="{D7EA787C-C555-47D7-93FE-C4F5D85C5281}" sibTransId="{E83DAFBE-D3A0-468C-ABF5-0D31116E4B22}"/>
    <dgm:cxn modelId="{7FB19E52-6443-4172-ADC0-558AEDE414E6}" type="presOf" srcId="{582566AB-B601-4C5D-86A0-8BD11863BFAE}" destId="{8B25DF38-4C0A-45A9-894C-8FC940818A26}" srcOrd="1" destOrd="0" presId="urn:microsoft.com/office/officeart/2005/8/layout/bList2"/>
    <dgm:cxn modelId="{0A677380-4F63-4C52-BC07-66571B7E880F}" type="presOf" srcId="{1029FDAC-28C5-4FCE-B984-054DDFEB6129}" destId="{185F4EEF-7741-408E-B07F-3387C90E4D79}" srcOrd="0" destOrd="1" presId="urn:microsoft.com/office/officeart/2005/8/layout/bList2"/>
    <dgm:cxn modelId="{E50A0C89-4199-4963-825B-B5DF27B0CFF6}" srcId="{582566AB-B601-4C5D-86A0-8BD11863BFAE}" destId="{BB4870B2-96CC-4164-9518-7F6D52AAD287}" srcOrd="5" destOrd="0" parTransId="{7C1E7096-68C3-4065-926C-99ECC0C89527}" sibTransId="{AD82284C-9966-4B04-B243-69ADA6B6A951}"/>
    <dgm:cxn modelId="{3BFAFD95-A766-49A5-930D-1F3B6837B2E1}" srcId="{582566AB-B601-4C5D-86A0-8BD11863BFAE}" destId="{97803DA9-EBD4-4238-A1A9-C0BB768E9C70}" srcOrd="0" destOrd="0" parTransId="{97004A97-9A74-4DDC-B02B-C055662F8F3E}" sibTransId="{48714F4C-74CA-4A20-95A6-66E878CDA0B4}"/>
    <dgm:cxn modelId="{6C54A9B1-6022-4FC3-83A4-3A0FBFA26EFA}" type="presOf" srcId="{182C6CCB-942E-450E-9482-06A5EBF3458F}" destId="{185F4EEF-7741-408E-B07F-3387C90E4D79}" srcOrd="0" destOrd="2" presId="urn:microsoft.com/office/officeart/2005/8/layout/bList2"/>
    <dgm:cxn modelId="{8840F4B4-5FE7-41E9-AB4E-6F48B59BF9C5}" srcId="{582566AB-B601-4C5D-86A0-8BD11863BFAE}" destId="{CEE6445A-D827-42E6-818D-AF4F0260C66B}" srcOrd="3" destOrd="0" parTransId="{B50DC5F5-9B00-4865-8C2F-4DC4BF8AC3B9}" sibTransId="{5522D9B9-F1CB-4272-ADED-11A53E417BD1}"/>
    <dgm:cxn modelId="{25DCC4DA-CC3B-47B5-82AB-E1DA4C966265}" type="presOf" srcId="{582566AB-B601-4C5D-86A0-8BD11863BFAE}" destId="{C175702E-0ACB-4A0D-9C6A-9E362C278F8B}" srcOrd="0" destOrd="0" presId="urn:microsoft.com/office/officeart/2005/8/layout/bList2"/>
    <dgm:cxn modelId="{BB4778FB-03A4-41BA-8561-BFC4B2EC9B0B}" type="presOf" srcId="{BB4870B2-96CC-4164-9518-7F6D52AAD287}" destId="{185F4EEF-7741-408E-B07F-3387C90E4D79}" srcOrd="0" destOrd="5" presId="urn:microsoft.com/office/officeart/2005/8/layout/bList2"/>
    <dgm:cxn modelId="{C6171EFD-B166-4389-9A8E-759E62DEB782}" type="presOf" srcId="{0619C4E9-F3B5-47C6-BED4-8238BDE35C30}" destId="{185F4EEF-7741-408E-B07F-3387C90E4D79}" srcOrd="0" destOrd="4" presId="urn:microsoft.com/office/officeart/2005/8/layout/bList2"/>
    <dgm:cxn modelId="{37D7EB62-BD3B-450A-AE3C-54C8A9DE61B8}" type="presParOf" srcId="{C8D50445-BEE5-4575-B28D-E36072CC67FF}" destId="{575E077A-192E-4772-A3DD-6C7DD40DAE0B}" srcOrd="0" destOrd="0" presId="urn:microsoft.com/office/officeart/2005/8/layout/bList2"/>
    <dgm:cxn modelId="{286D85B0-CECE-44FA-BCF2-7600B3A7F3D3}" type="presParOf" srcId="{575E077A-192E-4772-A3DD-6C7DD40DAE0B}" destId="{185F4EEF-7741-408E-B07F-3387C90E4D79}" srcOrd="0" destOrd="0" presId="urn:microsoft.com/office/officeart/2005/8/layout/bList2"/>
    <dgm:cxn modelId="{DB19EAB0-C0EF-4DB5-A23A-92408B15BF4E}" type="presParOf" srcId="{575E077A-192E-4772-A3DD-6C7DD40DAE0B}" destId="{C175702E-0ACB-4A0D-9C6A-9E362C278F8B}" srcOrd="1" destOrd="0" presId="urn:microsoft.com/office/officeart/2005/8/layout/bList2"/>
    <dgm:cxn modelId="{6D8CCB4A-05C7-45E5-BE23-BFC7AEE88FB5}" type="presParOf" srcId="{575E077A-192E-4772-A3DD-6C7DD40DAE0B}" destId="{8B25DF38-4C0A-45A9-894C-8FC940818A26}" srcOrd="2" destOrd="0" presId="urn:microsoft.com/office/officeart/2005/8/layout/bList2"/>
    <dgm:cxn modelId="{A4E51925-1D54-4185-A64B-13C7B255C982}" type="presParOf" srcId="{575E077A-192E-4772-A3DD-6C7DD40DAE0B}" destId="{1FC52FA8-9A1A-4277-81AB-632BCD152F24}" srcOrd="3" destOrd="0" presId="urn:microsoft.com/office/officeart/2005/8/layout/b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65699-49F0-4C5D-8F99-8513B1DE4E19}">
      <dsp:nvSpPr>
        <dsp:cNvPr id="0" name=""/>
        <dsp:cNvSpPr/>
      </dsp:nvSpPr>
      <dsp:spPr>
        <a:xfrm>
          <a:off x="256145" y="30224"/>
          <a:ext cx="1846215" cy="3627374"/>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ctr" defTabSz="533400">
            <a:lnSpc>
              <a:spcPct val="90000"/>
            </a:lnSpc>
            <a:spcBef>
              <a:spcPct val="0"/>
            </a:spcBef>
            <a:spcAft>
              <a:spcPct val="15000"/>
            </a:spcAft>
            <a:buNone/>
          </a:pPr>
          <a:r>
            <a:rPr lang="fr-FR" sz="1200" kern="1200" dirty="0"/>
            <a:t>Le modèle est entraîné sur un ensemble de données comprenant des entrées (</a:t>
          </a:r>
          <a:r>
            <a:rPr lang="fr-FR" sz="1200" kern="1200" dirty="0" err="1"/>
            <a:t>features</a:t>
          </a:r>
          <a:r>
            <a:rPr lang="fr-FR" sz="1200" kern="1200" dirty="0"/>
            <a:t>) et des sorties (labels) déjà étiquetées. L'objectif est que le modèle apprenne à prédire la sortie à partir de nouvelles entrées après avoir été entraîné sur ces données labellisées.</a:t>
          </a:r>
          <a:endParaRPr lang="fr-FR" sz="1200" kern="1200" dirty="0">
            <a:latin typeface="Advent Pro" panose="02000506040000020004" pitchFamily="2" charset="0"/>
          </a:endParaRPr>
        </a:p>
      </dsp:txBody>
      <dsp:txXfrm>
        <a:off x="299404" y="73483"/>
        <a:ext cx="1759697" cy="3584115"/>
      </dsp:txXfrm>
    </dsp:sp>
    <dsp:sp modelId="{4FBD093F-D6A9-463B-A8E6-CB2DF8AFD2FC}">
      <dsp:nvSpPr>
        <dsp:cNvPr id="0" name=""/>
        <dsp:cNvSpPr/>
      </dsp:nvSpPr>
      <dsp:spPr>
        <a:xfrm>
          <a:off x="341200" y="2552530"/>
          <a:ext cx="1702632" cy="54652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0" rIns="12700" bIns="0" numCol="1" spcCol="1270" anchor="ctr" anchorCtr="0">
          <a:noAutofit/>
        </a:bodyPr>
        <a:lstStyle/>
        <a:p>
          <a:pPr marL="0" lvl="0" indent="0" algn="l" defTabSz="444500">
            <a:lnSpc>
              <a:spcPct val="90000"/>
            </a:lnSpc>
            <a:spcBef>
              <a:spcPct val="0"/>
            </a:spcBef>
            <a:spcAft>
              <a:spcPct val="35000"/>
            </a:spcAft>
            <a:buNone/>
          </a:pPr>
          <a:r>
            <a:rPr lang="fr-FR" sz="1000" b="1" kern="1200" dirty="0"/>
            <a:t>Apprentissage supervisé</a:t>
          </a:r>
          <a:r>
            <a:rPr lang="fr-FR" sz="1000" kern="1200" dirty="0"/>
            <a:t> </a:t>
          </a:r>
          <a:endParaRPr lang="fr-FR" sz="1000" i="0" kern="1200" dirty="0">
            <a:latin typeface="+mn-lt"/>
          </a:endParaRPr>
        </a:p>
      </dsp:txBody>
      <dsp:txXfrm>
        <a:off x="341200" y="2552530"/>
        <a:ext cx="1199036" cy="546520"/>
      </dsp:txXfrm>
    </dsp:sp>
    <dsp:sp modelId="{DEA7A119-7834-476F-8AEB-4EC1A4345ED0}">
      <dsp:nvSpPr>
        <dsp:cNvPr id="0" name=""/>
        <dsp:cNvSpPr/>
      </dsp:nvSpPr>
      <dsp:spPr>
        <a:xfrm>
          <a:off x="1409092" y="2680384"/>
          <a:ext cx="595921" cy="595921"/>
        </a:xfrm>
        <a:prstGeom prst="ellipse">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5A39B2-4896-4E15-A9B4-1117C5F510F6}">
      <dsp:nvSpPr>
        <dsp:cNvPr id="0" name=""/>
        <dsp:cNvSpPr/>
      </dsp:nvSpPr>
      <dsp:spPr>
        <a:xfrm>
          <a:off x="2506632" y="0"/>
          <a:ext cx="2129277" cy="3651319"/>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19050" rIns="6350" bIns="6350" numCol="1" spcCol="1270" anchor="t" anchorCtr="0">
          <a:noAutofit/>
        </a:bodyPr>
        <a:lstStyle/>
        <a:p>
          <a:pPr marL="57150" lvl="1" indent="-57150" algn="l" defTabSz="222250">
            <a:lnSpc>
              <a:spcPct val="90000"/>
            </a:lnSpc>
            <a:spcBef>
              <a:spcPct val="0"/>
            </a:spcBef>
            <a:spcAft>
              <a:spcPct val="15000"/>
            </a:spcAft>
            <a:buFontTx/>
            <a:buNone/>
          </a:pPr>
          <a:endParaRPr lang="fr-FR" sz="500" kern="1200" dirty="0">
            <a:latin typeface="Advent Pro" panose="02000506040000020004" pitchFamily="2" charset="0"/>
          </a:endParaRPr>
        </a:p>
        <a:p>
          <a:pPr marL="114300" lvl="1" indent="-114300" algn="l" defTabSz="622300">
            <a:lnSpc>
              <a:spcPct val="90000"/>
            </a:lnSpc>
            <a:spcBef>
              <a:spcPct val="0"/>
            </a:spcBef>
            <a:spcAft>
              <a:spcPct val="15000"/>
            </a:spcAft>
            <a:buFontTx/>
            <a:buNone/>
          </a:pPr>
          <a:r>
            <a:rPr lang="fr-FR" sz="1400" kern="1200" dirty="0"/>
            <a:t>l'apprentissage non supervisé utilise des données qui ne sont pas étiquetées. Le modèle essaie de comprendre les structures et les motifs des données sans aucune instruction spécifique sur ce qu'il doit prédire.</a:t>
          </a:r>
        </a:p>
      </dsp:txBody>
      <dsp:txXfrm>
        <a:off x="2556524" y="49892"/>
        <a:ext cx="2029493" cy="3601427"/>
      </dsp:txXfrm>
    </dsp:sp>
    <dsp:sp modelId="{D845F0DD-A508-4AB5-ADDB-B52AE4EC97F5}">
      <dsp:nvSpPr>
        <dsp:cNvPr id="0" name=""/>
        <dsp:cNvSpPr/>
      </dsp:nvSpPr>
      <dsp:spPr>
        <a:xfrm>
          <a:off x="2946592" y="2540244"/>
          <a:ext cx="1702632" cy="54652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0" rIns="12700" bIns="0" numCol="1" spcCol="1270" anchor="ctr" anchorCtr="0">
          <a:noAutofit/>
        </a:bodyPr>
        <a:lstStyle/>
        <a:p>
          <a:pPr marL="0" lvl="0" indent="0" algn="l" defTabSz="444500">
            <a:lnSpc>
              <a:spcPct val="90000"/>
            </a:lnSpc>
            <a:spcBef>
              <a:spcPct val="0"/>
            </a:spcBef>
            <a:spcAft>
              <a:spcPct val="35000"/>
            </a:spcAft>
            <a:buNone/>
          </a:pPr>
          <a:r>
            <a:rPr lang="fr-FR" sz="1000" b="1" kern="1200" dirty="0"/>
            <a:t>Apprentissage non-supervisé </a:t>
          </a:r>
          <a:endParaRPr lang="fr-FR" sz="1000" kern="1200" dirty="0">
            <a:latin typeface="+mn-lt"/>
          </a:endParaRPr>
        </a:p>
      </dsp:txBody>
      <dsp:txXfrm>
        <a:off x="2946592" y="2540244"/>
        <a:ext cx="1199036" cy="546520"/>
      </dsp:txXfrm>
    </dsp:sp>
    <dsp:sp modelId="{BA5A8577-48BC-436A-A268-2F1929F903A9}">
      <dsp:nvSpPr>
        <dsp:cNvPr id="0" name=""/>
        <dsp:cNvSpPr/>
      </dsp:nvSpPr>
      <dsp:spPr>
        <a:xfrm>
          <a:off x="4046414" y="2680384"/>
          <a:ext cx="595921" cy="595921"/>
        </a:xfrm>
        <a:prstGeom prst="ellipse">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85F4EEF-7741-408E-B07F-3387C90E4D79}">
      <dsp:nvSpPr>
        <dsp:cNvPr id="0" name=""/>
        <dsp:cNvSpPr/>
      </dsp:nvSpPr>
      <dsp:spPr>
        <a:xfrm>
          <a:off x="4898354" y="32029"/>
          <a:ext cx="2053817" cy="3625569"/>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68580" rIns="22860" bIns="22860" numCol="1" spcCol="1270" anchor="t" anchorCtr="0">
          <a:noAutofit/>
        </a:bodyPr>
        <a:lstStyle/>
        <a:p>
          <a:pPr marL="171450" lvl="1" indent="-171450" algn="l" defTabSz="800100">
            <a:lnSpc>
              <a:spcPct val="90000"/>
            </a:lnSpc>
            <a:spcBef>
              <a:spcPct val="0"/>
            </a:spcBef>
            <a:spcAft>
              <a:spcPct val="15000"/>
            </a:spcAft>
            <a:buFontTx/>
            <a:buNone/>
          </a:pPr>
          <a:r>
            <a:rPr lang="fr-FR" sz="1800" b="0" kern="1200" dirty="0">
              <a:solidFill>
                <a:schemeClr val="tx1"/>
              </a:solidFill>
              <a:effectLst/>
              <a:latin typeface="Arial Narrow" panose="020B0606020202030204" pitchFamily="34" charset="0"/>
              <a:ea typeface="Calibri" panose="020F0502020204030204" pitchFamily="34" charset="0"/>
              <a:cs typeface="Calibri Light" panose="020F0302020204030204" pitchFamily="34" charset="0"/>
            </a:rPr>
            <a:t>Elle consiste à laisser les ordinateurs apprendre de leurs expériences grâce à un système de récompense ou de pénalité</a:t>
          </a:r>
          <a:endParaRPr lang="fr-FR" sz="1800" kern="1200" dirty="0">
            <a:latin typeface="Advent Pro" panose="02000506040000020004" pitchFamily="2" charset="0"/>
          </a:endParaRPr>
        </a:p>
      </dsp:txBody>
      <dsp:txXfrm>
        <a:off x="4946477" y="80152"/>
        <a:ext cx="1957571" cy="3577446"/>
      </dsp:txXfrm>
    </dsp:sp>
    <dsp:sp modelId="{8B25DF38-4C0A-45A9-894C-8FC940818A26}">
      <dsp:nvSpPr>
        <dsp:cNvPr id="0" name=""/>
        <dsp:cNvSpPr/>
      </dsp:nvSpPr>
      <dsp:spPr>
        <a:xfrm>
          <a:off x="5232734" y="2197625"/>
          <a:ext cx="1702632" cy="54652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0" rIns="12700" bIns="0" numCol="1" spcCol="1270" anchor="ctr" anchorCtr="0">
          <a:noAutofit/>
        </a:bodyPr>
        <a:lstStyle/>
        <a:p>
          <a:pPr marL="0" lvl="0" indent="0" algn="l" defTabSz="444500">
            <a:lnSpc>
              <a:spcPct val="90000"/>
            </a:lnSpc>
            <a:spcBef>
              <a:spcPct val="0"/>
            </a:spcBef>
            <a:spcAft>
              <a:spcPct val="35000"/>
            </a:spcAft>
            <a:buNone/>
          </a:pPr>
          <a:r>
            <a:rPr lang="fr-FR" sz="1000" b="1" kern="1200" dirty="0"/>
            <a:t>Apprentissage par renforcement </a:t>
          </a:r>
          <a:endParaRPr lang="fr-FR" sz="1000" kern="1200" dirty="0"/>
        </a:p>
      </dsp:txBody>
      <dsp:txXfrm>
        <a:off x="5232734" y="2197625"/>
        <a:ext cx="1199036" cy="546520"/>
      </dsp:txXfrm>
    </dsp:sp>
    <dsp:sp modelId="{1FC52FA8-9A1A-4277-81AB-632BCD152F24}">
      <dsp:nvSpPr>
        <dsp:cNvPr id="0" name=""/>
        <dsp:cNvSpPr/>
      </dsp:nvSpPr>
      <dsp:spPr>
        <a:xfrm>
          <a:off x="6395777" y="2424864"/>
          <a:ext cx="595921" cy="595921"/>
        </a:xfrm>
        <a:prstGeom prst="ellipse">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5F4EEF-7741-408E-B07F-3387C90E4D79}">
      <dsp:nvSpPr>
        <dsp:cNvPr id="0" name=""/>
        <dsp:cNvSpPr/>
      </dsp:nvSpPr>
      <dsp:spPr>
        <a:xfrm>
          <a:off x="2118011" y="27592"/>
          <a:ext cx="3233253" cy="3482602"/>
        </a:xfrm>
        <a:prstGeom prst="round2SameRect">
          <a:avLst>
            <a:gd name="adj1" fmla="val 8000"/>
            <a:gd name="adj2" fmla="val 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l" defTabSz="711200">
            <a:lnSpc>
              <a:spcPct val="150000"/>
            </a:lnSpc>
            <a:spcBef>
              <a:spcPct val="0"/>
            </a:spcBef>
            <a:spcAft>
              <a:spcPct val="15000"/>
            </a:spcAft>
            <a:buChar char="•"/>
          </a:pPr>
          <a:r>
            <a:rPr lang="fr-FR" sz="1600" kern="1200" dirty="0"/>
            <a:t>Qualité des prédictions</a:t>
          </a:r>
        </a:p>
        <a:p>
          <a:pPr marL="171450" lvl="1" indent="-171450" algn="l" defTabSz="711200">
            <a:lnSpc>
              <a:spcPct val="150000"/>
            </a:lnSpc>
            <a:spcBef>
              <a:spcPct val="0"/>
            </a:spcBef>
            <a:spcAft>
              <a:spcPct val="15000"/>
            </a:spcAft>
            <a:buChar char="•"/>
          </a:pPr>
          <a:r>
            <a:rPr lang="fr-FR" sz="1600" kern="1200" dirty="0"/>
            <a:t>Représentatif</a:t>
          </a:r>
        </a:p>
        <a:p>
          <a:pPr marL="171450" lvl="1" indent="-171450" algn="l" defTabSz="711200">
            <a:lnSpc>
              <a:spcPct val="150000"/>
            </a:lnSpc>
            <a:spcBef>
              <a:spcPct val="0"/>
            </a:spcBef>
            <a:spcAft>
              <a:spcPct val="15000"/>
            </a:spcAft>
            <a:buChar char="•"/>
          </a:pPr>
          <a:r>
            <a:rPr lang="fr-FR" sz="1600" kern="1200" dirty="0"/>
            <a:t>Volume des données</a:t>
          </a:r>
        </a:p>
        <a:p>
          <a:pPr marL="171450" lvl="1" indent="-171450" algn="l" defTabSz="711200">
            <a:lnSpc>
              <a:spcPct val="150000"/>
            </a:lnSpc>
            <a:spcBef>
              <a:spcPct val="0"/>
            </a:spcBef>
            <a:spcAft>
              <a:spcPct val="15000"/>
            </a:spcAft>
            <a:buChar char="•"/>
          </a:pPr>
          <a:r>
            <a:rPr lang="fr-FR" sz="1600" kern="1200" dirty="0"/>
            <a:t>Nettoyage et prétraitement</a:t>
          </a:r>
        </a:p>
        <a:p>
          <a:pPr marL="171450" lvl="1" indent="-171450" algn="l" defTabSz="711200">
            <a:lnSpc>
              <a:spcPct val="150000"/>
            </a:lnSpc>
            <a:spcBef>
              <a:spcPct val="0"/>
            </a:spcBef>
            <a:spcAft>
              <a:spcPct val="15000"/>
            </a:spcAft>
            <a:buChar char="•"/>
          </a:pPr>
          <a:r>
            <a:rPr lang="fr-FR" sz="1600" kern="1200" dirty="0"/>
            <a:t>Etiquetage de qualité</a:t>
          </a:r>
        </a:p>
        <a:p>
          <a:pPr marL="171450" lvl="1" indent="-171450" algn="l" defTabSz="711200">
            <a:lnSpc>
              <a:spcPct val="150000"/>
            </a:lnSpc>
            <a:spcBef>
              <a:spcPct val="0"/>
            </a:spcBef>
            <a:spcAft>
              <a:spcPct val="15000"/>
            </a:spcAft>
            <a:buChar char="•"/>
          </a:pPr>
          <a:r>
            <a:rPr lang="fr-FR" sz="1600" kern="1200" dirty="0" err="1"/>
            <a:t>etc</a:t>
          </a:r>
          <a:endParaRPr lang="fr-FR" sz="1600" kern="1200" dirty="0"/>
        </a:p>
      </dsp:txBody>
      <dsp:txXfrm>
        <a:off x="2193770" y="103351"/>
        <a:ext cx="3081735" cy="3406843"/>
      </dsp:txXfrm>
    </dsp:sp>
    <dsp:sp modelId="{8B25DF38-4C0A-45A9-894C-8FC940818A26}">
      <dsp:nvSpPr>
        <dsp:cNvPr id="0" name=""/>
        <dsp:cNvSpPr/>
      </dsp:nvSpPr>
      <dsp:spPr>
        <a:xfrm>
          <a:off x="0" y="0"/>
          <a:ext cx="1762995" cy="1824559"/>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0" rIns="20320" bIns="0" numCol="1" spcCol="1270" anchor="ctr" anchorCtr="0">
          <a:noAutofit/>
        </a:bodyPr>
        <a:lstStyle/>
        <a:p>
          <a:pPr marL="0" lvl="0" indent="0" algn="l" defTabSz="711200">
            <a:lnSpc>
              <a:spcPct val="90000"/>
            </a:lnSpc>
            <a:spcBef>
              <a:spcPct val="0"/>
            </a:spcBef>
            <a:spcAft>
              <a:spcPct val="35000"/>
            </a:spcAft>
            <a:buNone/>
          </a:pPr>
          <a:r>
            <a:rPr lang="fr-FR" sz="1600" b="1" i="1" kern="1200" dirty="0"/>
            <a:t>Importance des données</a:t>
          </a:r>
          <a:endParaRPr lang="fr-FR" sz="1600" kern="1200" dirty="0"/>
        </a:p>
      </dsp:txBody>
      <dsp:txXfrm>
        <a:off x="0" y="0"/>
        <a:ext cx="1241545" cy="1824559"/>
      </dsp:txXfrm>
    </dsp:sp>
    <dsp:sp modelId="{1FC52FA8-9A1A-4277-81AB-632BCD152F24}">
      <dsp:nvSpPr>
        <dsp:cNvPr id="0" name=""/>
        <dsp:cNvSpPr/>
      </dsp:nvSpPr>
      <dsp:spPr>
        <a:xfrm rot="21368241" flipH="1">
          <a:off x="-4394" y="3398472"/>
          <a:ext cx="124015" cy="126287"/>
        </a:xfrm>
        <a:prstGeom prst="ellipse">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5"/>
        <p:cNvGrpSpPr/>
        <p:nvPr/>
      </p:nvGrpSpPr>
      <p:grpSpPr>
        <a:xfrm>
          <a:off x="0" y="0"/>
          <a:ext cx="0" cy="0"/>
          <a:chOff x="0" y="0"/>
          <a:chExt cx="0" cy="0"/>
        </a:xfrm>
      </p:grpSpPr>
      <p:sp>
        <p:nvSpPr>
          <p:cNvPr id="3086" name="Google Shape;308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7" name="Google Shape;308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7"/>
        <p:cNvGrpSpPr/>
        <p:nvPr/>
      </p:nvGrpSpPr>
      <p:grpSpPr>
        <a:xfrm>
          <a:off x="0" y="0"/>
          <a:ext cx="0" cy="0"/>
          <a:chOff x="0" y="0"/>
          <a:chExt cx="0" cy="0"/>
        </a:xfrm>
      </p:grpSpPr>
      <p:sp>
        <p:nvSpPr>
          <p:cNvPr id="3178" name="Google Shape;3178;g11bc263f50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9" name="Google Shape;3179;g11bc263f50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2"/>
        <p:cNvGrpSpPr/>
        <p:nvPr/>
      </p:nvGrpSpPr>
      <p:grpSpPr>
        <a:xfrm>
          <a:off x="0" y="0"/>
          <a:ext cx="0" cy="0"/>
          <a:chOff x="0" y="0"/>
          <a:chExt cx="0" cy="0"/>
        </a:xfrm>
      </p:grpSpPr>
      <p:sp>
        <p:nvSpPr>
          <p:cNvPr id="4363" name="Google Shape;4363;g11bc263f502_0_2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4" name="Google Shape;4364;g11bc263f502_0_2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2"/>
        <p:cNvGrpSpPr/>
        <p:nvPr/>
      </p:nvGrpSpPr>
      <p:grpSpPr>
        <a:xfrm>
          <a:off x="0" y="0"/>
          <a:ext cx="0" cy="0"/>
          <a:chOff x="0" y="0"/>
          <a:chExt cx="0" cy="0"/>
        </a:xfrm>
      </p:grpSpPr>
      <p:sp>
        <p:nvSpPr>
          <p:cNvPr id="4363" name="Google Shape;4363;g11bc263f502_0_2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4" name="Google Shape;4364;g11bc263f502_0_2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2408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0"/>
        <p:cNvGrpSpPr/>
        <p:nvPr/>
      </p:nvGrpSpPr>
      <p:grpSpPr>
        <a:xfrm>
          <a:off x="0" y="0"/>
          <a:ext cx="0" cy="0"/>
          <a:chOff x="0" y="0"/>
          <a:chExt cx="0" cy="0"/>
        </a:xfrm>
      </p:grpSpPr>
      <p:sp>
        <p:nvSpPr>
          <p:cNvPr id="3521" name="Google Shape;3521;g11bc263f502_0_2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2" name="Google Shape;3522;g11bc263f502_0_2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1"/>
        <p:cNvGrpSpPr/>
        <p:nvPr/>
      </p:nvGrpSpPr>
      <p:grpSpPr>
        <a:xfrm>
          <a:off x="0" y="0"/>
          <a:ext cx="0" cy="0"/>
          <a:chOff x="0" y="0"/>
          <a:chExt cx="0" cy="0"/>
        </a:xfrm>
      </p:grpSpPr>
      <p:sp>
        <p:nvSpPr>
          <p:cNvPr id="3672" name="Google Shape;3672;g11bc263f502_0_2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3" name="Google Shape;3673;g11bc263f502_0_2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9"/>
        <p:cNvGrpSpPr/>
        <p:nvPr/>
      </p:nvGrpSpPr>
      <p:grpSpPr>
        <a:xfrm>
          <a:off x="0" y="0"/>
          <a:ext cx="0" cy="0"/>
          <a:chOff x="0" y="0"/>
          <a:chExt cx="0" cy="0"/>
        </a:xfrm>
      </p:grpSpPr>
      <p:sp>
        <p:nvSpPr>
          <p:cNvPr id="4450" name="Google Shape;4450;g13ef048210c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1" name="Google Shape;4451;g13ef048210c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5013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7"/>
        <p:cNvGrpSpPr/>
        <p:nvPr/>
      </p:nvGrpSpPr>
      <p:grpSpPr>
        <a:xfrm>
          <a:off x="0" y="0"/>
          <a:ext cx="0" cy="0"/>
          <a:chOff x="0" y="0"/>
          <a:chExt cx="0" cy="0"/>
        </a:xfrm>
      </p:grpSpPr>
      <p:sp>
        <p:nvSpPr>
          <p:cNvPr id="3598" name="Google Shape;3598;g12937d05419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9" name="Google Shape;3599;g12937d05419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5"/>
        <p:cNvGrpSpPr/>
        <p:nvPr/>
      </p:nvGrpSpPr>
      <p:grpSpPr>
        <a:xfrm>
          <a:off x="0" y="0"/>
          <a:ext cx="0" cy="0"/>
          <a:chOff x="0" y="0"/>
          <a:chExt cx="0" cy="0"/>
        </a:xfrm>
      </p:grpSpPr>
      <p:sp>
        <p:nvSpPr>
          <p:cNvPr id="4006" name="Google Shape;4006;g11bc263f502_0_2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7" name="Google Shape;4007;g11bc263f502_0_2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9384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0"/>
        <p:cNvGrpSpPr/>
        <p:nvPr/>
      </p:nvGrpSpPr>
      <p:grpSpPr>
        <a:xfrm>
          <a:off x="0" y="0"/>
          <a:ext cx="0" cy="0"/>
          <a:chOff x="0" y="0"/>
          <a:chExt cx="0" cy="0"/>
        </a:xfrm>
      </p:grpSpPr>
      <p:sp>
        <p:nvSpPr>
          <p:cNvPr id="4151" name="Google Shape;4151;g11bc263f502_0_2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2" name="Google Shape;4152;g11bc263f502_0_2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8"/>
        <p:cNvGrpSpPr/>
        <p:nvPr/>
      </p:nvGrpSpPr>
      <p:grpSpPr>
        <a:xfrm>
          <a:off x="0" y="0"/>
          <a:ext cx="0" cy="0"/>
          <a:chOff x="0" y="0"/>
          <a:chExt cx="0" cy="0"/>
        </a:xfrm>
      </p:grpSpPr>
      <p:sp>
        <p:nvSpPr>
          <p:cNvPr id="4859" name="Google Shape;4859;g11bc263f502_0_27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0" name="Google Shape;4860;g11bc263f502_0_27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8"/>
        <p:cNvGrpSpPr/>
        <p:nvPr/>
      </p:nvGrpSpPr>
      <p:grpSpPr>
        <a:xfrm>
          <a:off x="0" y="0"/>
          <a:ext cx="0" cy="0"/>
          <a:chOff x="0" y="0"/>
          <a:chExt cx="0" cy="0"/>
        </a:xfrm>
      </p:grpSpPr>
      <p:sp>
        <p:nvSpPr>
          <p:cNvPr id="3889" name="Google Shape;3889;g11bc263f502_0_2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0" name="Google Shape;3890;g11bc263f502_0_2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7516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3"/>
        <p:cNvGrpSpPr/>
        <p:nvPr/>
      </p:nvGrpSpPr>
      <p:grpSpPr>
        <a:xfrm>
          <a:off x="0" y="0"/>
          <a:ext cx="0" cy="0"/>
          <a:chOff x="0" y="0"/>
          <a:chExt cx="0" cy="0"/>
        </a:xfrm>
      </p:grpSpPr>
      <p:sp>
        <p:nvSpPr>
          <p:cNvPr id="4794" name="Google Shape;4794;g13ef048210c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5" name="Google Shape;4795;g13ef048210c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426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8"/>
        <p:cNvGrpSpPr/>
        <p:nvPr/>
      </p:nvGrpSpPr>
      <p:grpSpPr>
        <a:xfrm>
          <a:off x="0" y="0"/>
          <a:ext cx="0" cy="0"/>
          <a:chOff x="0" y="0"/>
          <a:chExt cx="0" cy="0"/>
        </a:xfrm>
      </p:grpSpPr>
      <p:sp>
        <p:nvSpPr>
          <p:cNvPr id="3889" name="Google Shape;3889;g11bc263f502_0_2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0" name="Google Shape;3890;g11bc263f502_0_2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7516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5"/>
        <p:cNvGrpSpPr/>
        <p:nvPr/>
      </p:nvGrpSpPr>
      <p:grpSpPr>
        <a:xfrm>
          <a:off x="0" y="0"/>
          <a:ext cx="0" cy="0"/>
          <a:chOff x="0" y="0"/>
          <a:chExt cx="0" cy="0"/>
        </a:xfrm>
      </p:grpSpPr>
      <p:sp>
        <p:nvSpPr>
          <p:cNvPr id="4006" name="Google Shape;4006;g11bc263f502_0_2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7" name="Google Shape;4007;g11bc263f502_0_2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7069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0"/>
        <p:cNvGrpSpPr/>
        <p:nvPr/>
      </p:nvGrpSpPr>
      <p:grpSpPr>
        <a:xfrm>
          <a:off x="0" y="0"/>
          <a:ext cx="0" cy="0"/>
          <a:chOff x="0" y="0"/>
          <a:chExt cx="0" cy="0"/>
        </a:xfrm>
      </p:grpSpPr>
      <p:sp>
        <p:nvSpPr>
          <p:cNvPr id="4991" name="Google Shape;4991;g12937d05419_0_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2" name="Google Shape;4992;g12937d05419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414771" y="4540255"/>
            <a:ext cx="2227588" cy="726522"/>
            <a:chOff x="5608450" y="1680311"/>
            <a:chExt cx="1039375" cy="338989"/>
          </a:xfrm>
        </p:grpSpPr>
        <p:sp>
          <p:nvSpPr>
            <p:cNvPr id="10" name="Google Shape;10;p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146930" y="167266"/>
            <a:ext cx="2227589" cy="1527191"/>
            <a:chOff x="5519300" y="372750"/>
            <a:chExt cx="1039375" cy="712575"/>
          </a:xfrm>
        </p:grpSpPr>
        <p:sp>
          <p:nvSpPr>
            <p:cNvPr id="47" name="Google Shape;47;p2"/>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Google Shape;114;p2"/>
          <p:cNvSpPr/>
          <p:nvPr/>
        </p:nvSpPr>
        <p:spPr>
          <a:xfrm>
            <a:off x="3498074" y="-725725"/>
            <a:ext cx="1331400" cy="1331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818424" y="3693001"/>
            <a:ext cx="3129600" cy="3129600"/>
          </a:xfrm>
          <a:prstGeom prst="blockArc">
            <a:avLst>
              <a:gd name="adj1" fmla="val 10800000"/>
              <a:gd name="adj2" fmla="val 78601"/>
              <a:gd name="adj3" fmla="val 16284"/>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8403633">
            <a:off x="-1694052" y="-1802996"/>
            <a:ext cx="4684741" cy="4684741"/>
          </a:xfrm>
          <a:prstGeom prst="blockArc">
            <a:avLst>
              <a:gd name="adj1" fmla="val 10800000"/>
              <a:gd name="adj2" fmla="val 21552055"/>
              <a:gd name="adj3" fmla="val 12224"/>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2"/>
          <p:cNvGrpSpPr/>
          <p:nvPr/>
        </p:nvGrpSpPr>
        <p:grpSpPr>
          <a:xfrm>
            <a:off x="7721255" y="539314"/>
            <a:ext cx="709249" cy="339196"/>
            <a:chOff x="5265975" y="1869575"/>
            <a:chExt cx="269400" cy="128825"/>
          </a:xfrm>
        </p:grpSpPr>
        <p:cxnSp>
          <p:nvCxnSpPr>
            <p:cNvPr id="118" name="Google Shape;118;p2"/>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2"/>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2"/>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2"/>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122" name="Google Shape;122;p2"/>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
        <p:nvSpPr>
          <p:cNvPr id="123" name="Google Shape;123;p2"/>
          <p:cNvSpPr/>
          <p:nvPr/>
        </p:nvSpPr>
        <p:spPr>
          <a:xfrm>
            <a:off x="1925875" y="4140975"/>
            <a:ext cx="2168100" cy="2168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1855996">
            <a:off x="8430736" y="1382619"/>
            <a:ext cx="1934093" cy="1934093"/>
          </a:xfrm>
          <a:prstGeom prst="blockArc">
            <a:avLst>
              <a:gd name="adj1" fmla="val 5958233"/>
              <a:gd name="adj2" fmla="val 17549793"/>
              <a:gd name="adj3" fmla="val 2103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8581300" y="1240975"/>
            <a:ext cx="1278000" cy="127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txBox="1">
            <a:spLocks noGrp="1"/>
          </p:cNvSpPr>
          <p:nvPr>
            <p:ph type="ctrTitle"/>
          </p:nvPr>
        </p:nvSpPr>
        <p:spPr>
          <a:xfrm>
            <a:off x="3817063" y="1228288"/>
            <a:ext cx="4499400" cy="1824000"/>
          </a:xfrm>
          <a:prstGeom prst="rect">
            <a:avLst/>
          </a:prstGeom>
        </p:spPr>
        <p:txBody>
          <a:bodyPr spcFirstLastPara="1" wrap="square" lIns="91425" tIns="91425" rIns="91425" bIns="91425" anchor="t" anchorCtr="0">
            <a:noAutofit/>
          </a:bodyPr>
          <a:lstStyle>
            <a:lvl1pPr lvl="0" algn="r">
              <a:lnSpc>
                <a:spcPct val="75000"/>
              </a:lnSpc>
              <a:spcBef>
                <a:spcPts val="0"/>
              </a:spcBef>
              <a:spcAft>
                <a:spcPts val="0"/>
              </a:spcAft>
              <a:buSzPts val="5200"/>
              <a:buNone/>
              <a:defRPr sz="7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7" name="Google Shape;127;p2"/>
          <p:cNvSpPr txBox="1">
            <a:spLocks noGrp="1"/>
          </p:cNvSpPr>
          <p:nvPr>
            <p:ph type="subTitle" idx="1"/>
          </p:nvPr>
        </p:nvSpPr>
        <p:spPr>
          <a:xfrm>
            <a:off x="6343500" y="3052300"/>
            <a:ext cx="1972800" cy="7389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3"/>
          <p:cNvSpPr txBox="1">
            <a:spLocks noGrp="1"/>
          </p:cNvSpPr>
          <p:nvPr>
            <p:ph type="title"/>
          </p:nvPr>
        </p:nvSpPr>
        <p:spPr>
          <a:xfrm>
            <a:off x="4228090" y="2680725"/>
            <a:ext cx="2762100" cy="923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0" name="Google Shape;130;p3"/>
          <p:cNvSpPr txBox="1">
            <a:spLocks noGrp="1"/>
          </p:cNvSpPr>
          <p:nvPr>
            <p:ph type="title" idx="2" hasCustomPrompt="1"/>
          </p:nvPr>
        </p:nvSpPr>
        <p:spPr>
          <a:xfrm>
            <a:off x="2356910" y="3011350"/>
            <a:ext cx="1437600" cy="91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31" name="Google Shape;131;p3"/>
          <p:cNvSpPr txBox="1">
            <a:spLocks noGrp="1"/>
          </p:cNvSpPr>
          <p:nvPr>
            <p:ph type="subTitle" idx="1"/>
          </p:nvPr>
        </p:nvSpPr>
        <p:spPr>
          <a:xfrm>
            <a:off x="4228073" y="3530819"/>
            <a:ext cx="27621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3"/>
          <p:cNvSpPr/>
          <p:nvPr/>
        </p:nvSpPr>
        <p:spPr>
          <a:xfrm rot="7304698">
            <a:off x="-784688" y="3074934"/>
            <a:ext cx="2252826" cy="2252826"/>
          </a:xfrm>
          <a:prstGeom prst="blockArc">
            <a:avLst>
              <a:gd name="adj1" fmla="val 6747610"/>
              <a:gd name="adj2" fmla="val 21450309"/>
              <a:gd name="adj3" fmla="val 1733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rot="-8399579">
            <a:off x="6604599" y="-1415011"/>
            <a:ext cx="3375739" cy="3375739"/>
          </a:xfrm>
          <a:prstGeom prst="blockArc">
            <a:avLst>
              <a:gd name="adj1" fmla="val 10800000"/>
              <a:gd name="adj2" fmla="val 21450309"/>
              <a:gd name="adj3" fmla="val 1733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 name="Google Shape;134;p3"/>
          <p:cNvGrpSpPr/>
          <p:nvPr/>
        </p:nvGrpSpPr>
        <p:grpSpPr>
          <a:xfrm>
            <a:off x="7261903" y="658823"/>
            <a:ext cx="2227589" cy="726958"/>
            <a:chOff x="6972150" y="711750"/>
            <a:chExt cx="1039375" cy="339193"/>
          </a:xfrm>
        </p:grpSpPr>
        <p:sp>
          <p:nvSpPr>
            <p:cNvPr id="135" name="Google Shape;135;p3"/>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3"/>
          <p:cNvGrpSpPr/>
          <p:nvPr/>
        </p:nvGrpSpPr>
        <p:grpSpPr>
          <a:xfrm>
            <a:off x="-280170" y="-141409"/>
            <a:ext cx="2227589" cy="1527191"/>
            <a:chOff x="5519300" y="372750"/>
            <a:chExt cx="1039375" cy="712575"/>
          </a:xfrm>
        </p:grpSpPr>
        <p:sp>
          <p:nvSpPr>
            <p:cNvPr id="168" name="Google Shape;168;p3"/>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 name="Google Shape;235;p3"/>
          <p:cNvGrpSpPr/>
          <p:nvPr/>
        </p:nvGrpSpPr>
        <p:grpSpPr>
          <a:xfrm>
            <a:off x="-154771" y="4691203"/>
            <a:ext cx="2227588" cy="726522"/>
            <a:chOff x="3620725" y="372750"/>
            <a:chExt cx="1039375" cy="338989"/>
          </a:xfrm>
        </p:grpSpPr>
        <p:sp>
          <p:nvSpPr>
            <p:cNvPr id="236" name="Google Shape;236;p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1"/>
        <p:cNvGrpSpPr/>
        <p:nvPr/>
      </p:nvGrpSpPr>
      <p:grpSpPr>
        <a:xfrm>
          <a:off x="0" y="0"/>
          <a:ext cx="0" cy="0"/>
          <a:chOff x="0" y="0"/>
          <a:chExt cx="0" cy="0"/>
        </a:xfrm>
      </p:grpSpPr>
      <p:sp>
        <p:nvSpPr>
          <p:cNvPr id="502" name="Google Shape;502;p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grpSp>
        <p:nvGrpSpPr>
          <p:cNvPr id="503" name="Google Shape;503;p6"/>
          <p:cNvGrpSpPr/>
          <p:nvPr/>
        </p:nvGrpSpPr>
        <p:grpSpPr>
          <a:xfrm>
            <a:off x="8719456" y="513232"/>
            <a:ext cx="326167" cy="2227568"/>
            <a:chOff x="8577956" y="1596694"/>
            <a:chExt cx="326167" cy="2227568"/>
          </a:xfrm>
        </p:grpSpPr>
        <p:sp>
          <p:nvSpPr>
            <p:cNvPr id="504" name="Google Shape;504;p6"/>
            <p:cNvSpPr/>
            <p:nvPr/>
          </p:nvSpPr>
          <p:spPr>
            <a:xfrm rot="5400000">
              <a:off x="8778124" y="369826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6"/>
            <p:cNvSpPr/>
            <p:nvPr/>
          </p:nvSpPr>
          <p:spPr>
            <a:xfrm rot="5400000">
              <a:off x="8577956" y="369826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6"/>
            <p:cNvSpPr/>
            <p:nvPr/>
          </p:nvSpPr>
          <p:spPr>
            <a:xfrm rot="5400000">
              <a:off x="8778124" y="331615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6"/>
            <p:cNvSpPr/>
            <p:nvPr/>
          </p:nvSpPr>
          <p:spPr>
            <a:xfrm rot="5400000">
              <a:off x="8577956" y="331615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6"/>
            <p:cNvSpPr/>
            <p:nvPr/>
          </p:nvSpPr>
          <p:spPr>
            <a:xfrm rot="5400000">
              <a:off x="8778124" y="293405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6"/>
            <p:cNvSpPr/>
            <p:nvPr/>
          </p:nvSpPr>
          <p:spPr>
            <a:xfrm rot="5400000">
              <a:off x="8577956" y="293405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
            <p:cNvSpPr/>
            <p:nvPr/>
          </p:nvSpPr>
          <p:spPr>
            <a:xfrm rot="5400000">
              <a:off x="8778124" y="312510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6"/>
            <p:cNvSpPr/>
            <p:nvPr/>
          </p:nvSpPr>
          <p:spPr>
            <a:xfrm rot="5400000">
              <a:off x="8778124" y="274300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6"/>
            <p:cNvSpPr/>
            <p:nvPr/>
          </p:nvSpPr>
          <p:spPr>
            <a:xfrm rot="5400000">
              <a:off x="8577956" y="274300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
            <p:cNvSpPr/>
            <p:nvPr/>
          </p:nvSpPr>
          <p:spPr>
            <a:xfrm rot="5400000">
              <a:off x="8778124" y="255195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
            <p:cNvSpPr/>
            <p:nvPr/>
          </p:nvSpPr>
          <p:spPr>
            <a:xfrm rot="5400000">
              <a:off x="8778124" y="216984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
            <p:cNvSpPr/>
            <p:nvPr/>
          </p:nvSpPr>
          <p:spPr>
            <a:xfrm rot="5400000">
              <a:off x="8577956" y="178774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
            <p:cNvSpPr/>
            <p:nvPr/>
          </p:nvSpPr>
          <p:spPr>
            <a:xfrm rot="5400000">
              <a:off x="8778124" y="197879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6"/>
            <p:cNvSpPr/>
            <p:nvPr/>
          </p:nvSpPr>
          <p:spPr>
            <a:xfrm rot="5400000">
              <a:off x="8577956" y="197879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6"/>
            <p:cNvSpPr/>
            <p:nvPr/>
          </p:nvSpPr>
          <p:spPr>
            <a:xfrm rot="5400000">
              <a:off x="8778124" y="159669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6"/>
            <p:cNvSpPr/>
            <p:nvPr/>
          </p:nvSpPr>
          <p:spPr>
            <a:xfrm rot="5400000">
              <a:off x="8577956" y="1596694"/>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6"/>
          <p:cNvGrpSpPr/>
          <p:nvPr/>
        </p:nvGrpSpPr>
        <p:grpSpPr>
          <a:xfrm rot="-5400000">
            <a:off x="-996100" y="4015385"/>
            <a:ext cx="2227588" cy="726522"/>
            <a:chOff x="3620725" y="372750"/>
            <a:chExt cx="1039375" cy="338989"/>
          </a:xfrm>
        </p:grpSpPr>
        <p:sp>
          <p:nvSpPr>
            <p:cNvPr id="521" name="Google Shape;521;p6"/>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6"/>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6"/>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6"/>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6"/>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6"/>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6"/>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6"/>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6"/>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6"/>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6"/>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6"/>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6"/>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6"/>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6"/>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6"/>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6"/>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6"/>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6"/>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6"/>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6"/>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6"/>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6"/>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6"/>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6"/>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6"/>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6"/>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6"/>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6"/>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6"/>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8" name="Google Shape;558;p6"/>
          <p:cNvSpPr/>
          <p:nvPr/>
        </p:nvSpPr>
        <p:spPr>
          <a:xfrm rot="1856158" flipH="1">
            <a:off x="-1167632" y="617942"/>
            <a:ext cx="1697013" cy="1697013"/>
          </a:xfrm>
          <a:prstGeom prst="blockArc">
            <a:avLst>
              <a:gd name="adj1" fmla="val 5958233"/>
              <a:gd name="adj2" fmla="val 17549793"/>
              <a:gd name="adj3" fmla="val 2103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6"/>
          <p:cNvSpPr/>
          <p:nvPr/>
        </p:nvSpPr>
        <p:spPr>
          <a:xfrm>
            <a:off x="-456125" y="958975"/>
            <a:ext cx="960900" cy="960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6"/>
          <p:cNvSpPr/>
          <p:nvPr/>
        </p:nvSpPr>
        <p:spPr>
          <a:xfrm rot="-5400000" flipH="1">
            <a:off x="5404994" y="4756332"/>
            <a:ext cx="1172100" cy="1172100"/>
          </a:xfrm>
          <a:prstGeom prst="blockArc">
            <a:avLst>
              <a:gd name="adj1" fmla="val 4205957"/>
              <a:gd name="adj2" fmla="val 17987083"/>
              <a:gd name="adj3" fmla="val 30235"/>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6"/>
          <p:cNvSpPr/>
          <p:nvPr/>
        </p:nvSpPr>
        <p:spPr>
          <a:xfrm>
            <a:off x="5451975" y="4826875"/>
            <a:ext cx="837300" cy="837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08"/>
        <p:cNvGrpSpPr/>
        <p:nvPr/>
      </p:nvGrpSpPr>
      <p:grpSpPr>
        <a:xfrm>
          <a:off x="0" y="0"/>
          <a:ext cx="0" cy="0"/>
          <a:chOff x="0" y="0"/>
          <a:chExt cx="0" cy="0"/>
        </a:xfrm>
      </p:grpSpPr>
      <p:sp>
        <p:nvSpPr>
          <p:cNvPr id="709" name="Google Shape;709;p8"/>
          <p:cNvSpPr txBox="1">
            <a:spLocks noGrp="1"/>
          </p:cNvSpPr>
          <p:nvPr>
            <p:ph type="title"/>
          </p:nvPr>
        </p:nvSpPr>
        <p:spPr>
          <a:xfrm>
            <a:off x="4301775" y="1027300"/>
            <a:ext cx="4146600" cy="3088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10" name="Google Shape;710;p8"/>
          <p:cNvSpPr/>
          <p:nvPr/>
        </p:nvSpPr>
        <p:spPr>
          <a:xfrm>
            <a:off x="-665963" y="607925"/>
            <a:ext cx="2227500" cy="2228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8"/>
          <p:cNvSpPr/>
          <p:nvPr/>
        </p:nvSpPr>
        <p:spPr>
          <a:xfrm flipH="1">
            <a:off x="-3273950" y="1027301"/>
            <a:ext cx="5927400" cy="5927400"/>
          </a:xfrm>
          <a:prstGeom prst="blockArc">
            <a:avLst>
              <a:gd name="adj1" fmla="val 8972311"/>
              <a:gd name="adj2" fmla="val 16732630"/>
              <a:gd name="adj3" fmla="val 912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2" name="Google Shape;712;p8"/>
          <p:cNvGrpSpPr/>
          <p:nvPr/>
        </p:nvGrpSpPr>
        <p:grpSpPr>
          <a:xfrm>
            <a:off x="2653453" y="-62135"/>
            <a:ext cx="2227588" cy="726522"/>
            <a:chOff x="3857800" y="1143286"/>
            <a:chExt cx="1039375" cy="338989"/>
          </a:xfrm>
        </p:grpSpPr>
        <p:sp>
          <p:nvSpPr>
            <p:cNvPr id="713" name="Google Shape;713;p8"/>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8"/>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8"/>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8"/>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8"/>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8"/>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8"/>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8"/>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8"/>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8"/>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8"/>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8"/>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8"/>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8"/>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8"/>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8"/>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8"/>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8"/>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8"/>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8"/>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8"/>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8"/>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8"/>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8"/>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8"/>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3" name="Google Shape;743;p8"/>
          <p:cNvSpPr/>
          <p:nvPr/>
        </p:nvSpPr>
        <p:spPr>
          <a:xfrm>
            <a:off x="7566354" y="3268750"/>
            <a:ext cx="2574900" cy="2574900"/>
          </a:xfrm>
          <a:prstGeom prst="blockArc">
            <a:avLst>
              <a:gd name="adj1" fmla="val 5958233"/>
              <a:gd name="adj2" fmla="val 18369856"/>
              <a:gd name="adj3" fmla="val 19544"/>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8"/>
          <p:cNvSpPr/>
          <p:nvPr/>
        </p:nvSpPr>
        <p:spPr>
          <a:xfrm>
            <a:off x="7514213" y="3268750"/>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5" name="Google Shape;745;p8"/>
          <p:cNvGrpSpPr/>
          <p:nvPr/>
        </p:nvGrpSpPr>
        <p:grpSpPr>
          <a:xfrm rot="5400000">
            <a:off x="-559680" y="3557919"/>
            <a:ext cx="2227588" cy="726522"/>
            <a:chOff x="3799000" y="1820400"/>
            <a:chExt cx="1039375" cy="338989"/>
          </a:xfrm>
        </p:grpSpPr>
        <p:sp>
          <p:nvSpPr>
            <p:cNvPr id="746" name="Google Shape;746;p8"/>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8"/>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8"/>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8"/>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8"/>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8"/>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8"/>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8"/>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8"/>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8"/>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8"/>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8"/>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8"/>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8"/>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8"/>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8"/>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8"/>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8"/>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8"/>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8"/>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8"/>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8"/>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8"/>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8"/>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8"/>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8"/>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8"/>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8"/>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8"/>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8"/>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8"/>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8"/>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8"/>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8"/>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8"/>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8"/>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88"/>
        <p:cNvGrpSpPr/>
        <p:nvPr/>
      </p:nvGrpSpPr>
      <p:grpSpPr>
        <a:xfrm>
          <a:off x="0" y="0"/>
          <a:ext cx="0" cy="0"/>
          <a:chOff x="0" y="0"/>
          <a:chExt cx="0" cy="0"/>
        </a:xfrm>
      </p:grpSpPr>
      <p:sp>
        <p:nvSpPr>
          <p:cNvPr id="789" name="Google Shape;789;p10"/>
          <p:cNvSpPr txBox="1">
            <a:spLocks noGrp="1"/>
          </p:cNvSpPr>
          <p:nvPr>
            <p:ph type="title"/>
          </p:nvPr>
        </p:nvSpPr>
        <p:spPr>
          <a:xfrm>
            <a:off x="713400" y="3110425"/>
            <a:ext cx="2941500" cy="1331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1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916"/>
        <p:cNvGrpSpPr/>
        <p:nvPr/>
      </p:nvGrpSpPr>
      <p:grpSpPr>
        <a:xfrm>
          <a:off x="0" y="0"/>
          <a:ext cx="0" cy="0"/>
          <a:chOff x="0" y="0"/>
          <a:chExt cx="0" cy="0"/>
        </a:xfrm>
      </p:grpSpPr>
      <p:sp>
        <p:nvSpPr>
          <p:cNvPr id="917" name="Google Shape;917;p13"/>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918" name="Google Shape;918;p13"/>
          <p:cNvSpPr txBox="1">
            <a:spLocks noGrp="1"/>
          </p:cNvSpPr>
          <p:nvPr>
            <p:ph type="title" idx="2"/>
          </p:nvPr>
        </p:nvSpPr>
        <p:spPr>
          <a:xfrm>
            <a:off x="2131850" y="1707300"/>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19" name="Google Shape;919;p13"/>
          <p:cNvSpPr txBox="1">
            <a:spLocks noGrp="1"/>
          </p:cNvSpPr>
          <p:nvPr>
            <p:ph type="subTitle" idx="1"/>
          </p:nvPr>
        </p:nvSpPr>
        <p:spPr>
          <a:xfrm>
            <a:off x="2131850" y="2129781"/>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0" name="Google Shape;920;p13"/>
          <p:cNvSpPr txBox="1">
            <a:spLocks noGrp="1"/>
          </p:cNvSpPr>
          <p:nvPr>
            <p:ph type="title" idx="3"/>
          </p:nvPr>
        </p:nvSpPr>
        <p:spPr>
          <a:xfrm>
            <a:off x="5792350" y="1707300"/>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1" name="Google Shape;921;p13"/>
          <p:cNvSpPr txBox="1">
            <a:spLocks noGrp="1"/>
          </p:cNvSpPr>
          <p:nvPr>
            <p:ph type="subTitle" idx="4"/>
          </p:nvPr>
        </p:nvSpPr>
        <p:spPr>
          <a:xfrm>
            <a:off x="5792350" y="2129781"/>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2" name="Google Shape;922;p13"/>
          <p:cNvSpPr txBox="1">
            <a:spLocks noGrp="1"/>
          </p:cNvSpPr>
          <p:nvPr>
            <p:ph type="title" idx="5"/>
          </p:nvPr>
        </p:nvSpPr>
        <p:spPr>
          <a:xfrm>
            <a:off x="2131850" y="2954144"/>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3" name="Google Shape;923;p13"/>
          <p:cNvSpPr txBox="1">
            <a:spLocks noGrp="1"/>
          </p:cNvSpPr>
          <p:nvPr>
            <p:ph type="subTitle" idx="6"/>
          </p:nvPr>
        </p:nvSpPr>
        <p:spPr>
          <a:xfrm>
            <a:off x="2131850" y="3376625"/>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4" name="Google Shape;924;p13"/>
          <p:cNvSpPr txBox="1">
            <a:spLocks noGrp="1"/>
          </p:cNvSpPr>
          <p:nvPr>
            <p:ph type="title" idx="7"/>
          </p:nvPr>
        </p:nvSpPr>
        <p:spPr>
          <a:xfrm>
            <a:off x="5792350" y="2954144"/>
            <a:ext cx="21096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25" name="Google Shape;925;p13"/>
          <p:cNvSpPr txBox="1">
            <a:spLocks noGrp="1"/>
          </p:cNvSpPr>
          <p:nvPr>
            <p:ph type="subTitle" idx="8"/>
          </p:nvPr>
        </p:nvSpPr>
        <p:spPr>
          <a:xfrm>
            <a:off x="5792350" y="3376626"/>
            <a:ext cx="2109600" cy="6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6" name="Google Shape;926;p13"/>
          <p:cNvSpPr txBox="1">
            <a:spLocks noGrp="1"/>
          </p:cNvSpPr>
          <p:nvPr>
            <p:ph type="title" idx="9" hasCustomPrompt="1"/>
          </p:nvPr>
        </p:nvSpPr>
        <p:spPr>
          <a:xfrm>
            <a:off x="1242350" y="1951588"/>
            <a:ext cx="813300" cy="48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7" name="Google Shape;927;p13"/>
          <p:cNvSpPr txBox="1">
            <a:spLocks noGrp="1"/>
          </p:cNvSpPr>
          <p:nvPr>
            <p:ph type="title" idx="13" hasCustomPrompt="1"/>
          </p:nvPr>
        </p:nvSpPr>
        <p:spPr>
          <a:xfrm>
            <a:off x="1242050" y="3235750"/>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8" name="Google Shape;928;p13"/>
          <p:cNvSpPr txBox="1">
            <a:spLocks noGrp="1"/>
          </p:cNvSpPr>
          <p:nvPr>
            <p:ph type="title" idx="14" hasCustomPrompt="1"/>
          </p:nvPr>
        </p:nvSpPr>
        <p:spPr>
          <a:xfrm>
            <a:off x="4902258" y="1949763"/>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sp>
        <p:nvSpPr>
          <p:cNvPr id="929" name="Google Shape;929;p13"/>
          <p:cNvSpPr txBox="1">
            <a:spLocks noGrp="1"/>
          </p:cNvSpPr>
          <p:nvPr>
            <p:ph type="title" idx="15" hasCustomPrompt="1"/>
          </p:nvPr>
        </p:nvSpPr>
        <p:spPr>
          <a:xfrm>
            <a:off x="4902258" y="3238663"/>
            <a:ext cx="813900" cy="484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4800"/>
              <a:buNone/>
              <a:defRPr sz="3000"/>
            </a:lvl1pPr>
            <a:lvl2pPr lvl="1" algn="ctr" rtl="0">
              <a:spcBef>
                <a:spcPts val="0"/>
              </a:spcBef>
              <a:spcAft>
                <a:spcPts val="0"/>
              </a:spcAft>
              <a:buClr>
                <a:schemeClr val="accent4"/>
              </a:buClr>
              <a:buSzPts val="4800"/>
              <a:buNone/>
              <a:defRPr sz="4800">
                <a:solidFill>
                  <a:schemeClr val="accent4"/>
                </a:solidFill>
              </a:defRPr>
            </a:lvl2pPr>
            <a:lvl3pPr lvl="2" algn="ctr" rtl="0">
              <a:spcBef>
                <a:spcPts val="0"/>
              </a:spcBef>
              <a:spcAft>
                <a:spcPts val="0"/>
              </a:spcAft>
              <a:buClr>
                <a:schemeClr val="accent4"/>
              </a:buClr>
              <a:buSzPts val="4800"/>
              <a:buNone/>
              <a:defRPr sz="4800">
                <a:solidFill>
                  <a:schemeClr val="accent4"/>
                </a:solidFill>
              </a:defRPr>
            </a:lvl3pPr>
            <a:lvl4pPr lvl="3" algn="ctr" rtl="0">
              <a:spcBef>
                <a:spcPts val="0"/>
              </a:spcBef>
              <a:spcAft>
                <a:spcPts val="0"/>
              </a:spcAft>
              <a:buClr>
                <a:schemeClr val="accent4"/>
              </a:buClr>
              <a:buSzPts val="4800"/>
              <a:buNone/>
              <a:defRPr sz="4800">
                <a:solidFill>
                  <a:schemeClr val="accent4"/>
                </a:solidFill>
              </a:defRPr>
            </a:lvl4pPr>
            <a:lvl5pPr lvl="4" algn="ctr" rtl="0">
              <a:spcBef>
                <a:spcPts val="0"/>
              </a:spcBef>
              <a:spcAft>
                <a:spcPts val="0"/>
              </a:spcAft>
              <a:buClr>
                <a:schemeClr val="accent4"/>
              </a:buClr>
              <a:buSzPts val="4800"/>
              <a:buNone/>
              <a:defRPr sz="4800">
                <a:solidFill>
                  <a:schemeClr val="accent4"/>
                </a:solidFill>
              </a:defRPr>
            </a:lvl5pPr>
            <a:lvl6pPr lvl="5" algn="ctr" rtl="0">
              <a:spcBef>
                <a:spcPts val="0"/>
              </a:spcBef>
              <a:spcAft>
                <a:spcPts val="0"/>
              </a:spcAft>
              <a:buClr>
                <a:schemeClr val="accent4"/>
              </a:buClr>
              <a:buSzPts val="4800"/>
              <a:buNone/>
              <a:defRPr sz="4800">
                <a:solidFill>
                  <a:schemeClr val="accent4"/>
                </a:solidFill>
              </a:defRPr>
            </a:lvl6pPr>
            <a:lvl7pPr lvl="6" algn="ctr" rtl="0">
              <a:spcBef>
                <a:spcPts val="0"/>
              </a:spcBef>
              <a:spcAft>
                <a:spcPts val="0"/>
              </a:spcAft>
              <a:buClr>
                <a:schemeClr val="accent4"/>
              </a:buClr>
              <a:buSzPts val="4800"/>
              <a:buNone/>
              <a:defRPr sz="4800">
                <a:solidFill>
                  <a:schemeClr val="accent4"/>
                </a:solidFill>
              </a:defRPr>
            </a:lvl7pPr>
            <a:lvl8pPr lvl="7" algn="ctr" rtl="0">
              <a:spcBef>
                <a:spcPts val="0"/>
              </a:spcBef>
              <a:spcAft>
                <a:spcPts val="0"/>
              </a:spcAft>
              <a:buClr>
                <a:schemeClr val="accent4"/>
              </a:buClr>
              <a:buSzPts val="4800"/>
              <a:buNone/>
              <a:defRPr sz="4800">
                <a:solidFill>
                  <a:schemeClr val="accent4"/>
                </a:solidFill>
              </a:defRPr>
            </a:lvl8pPr>
            <a:lvl9pPr lvl="8" algn="ctr" rtl="0">
              <a:spcBef>
                <a:spcPts val="0"/>
              </a:spcBef>
              <a:spcAft>
                <a:spcPts val="0"/>
              </a:spcAft>
              <a:buClr>
                <a:schemeClr val="accent4"/>
              </a:buClr>
              <a:buSzPts val="4800"/>
              <a:buNone/>
              <a:defRPr sz="4800">
                <a:solidFill>
                  <a:schemeClr val="accent4"/>
                </a:solidFill>
              </a:defRPr>
            </a:lvl9pPr>
          </a:lstStyle>
          <a:p>
            <a:r>
              <a:t>xx%</a:t>
            </a:r>
          </a:p>
        </p:txBody>
      </p:sp>
      <p:pic>
        <p:nvPicPr>
          <p:cNvPr id="930" name="Google Shape;930;p13"/>
          <p:cNvPicPr preferRelativeResize="0"/>
          <p:nvPr/>
        </p:nvPicPr>
        <p:blipFill>
          <a:blip r:embed="rId2">
            <a:alphaModFix/>
          </a:blip>
          <a:stretch>
            <a:fillRect/>
          </a:stretch>
        </p:blipFill>
        <p:spPr>
          <a:xfrm flipH="1">
            <a:off x="-1537325" y="3653261"/>
            <a:ext cx="2885125" cy="1921485"/>
          </a:xfrm>
          <a:prstGeom prst="rect">
            <a:avLst/>
          </a:prstGeom>
          <a:noFill/>
          <a:ln>
            <a:noFill/>
          </a:ln>
        </p:spPr>
      </p:pic>
      <p:grpSp>
        <p:nvGrpSpPr>
          <p:cNvPr id="931" name="Google Shape;931;p13"/>
          <p:cNvGrpSpPr/>
          <p:nvPr/>
        </p:nvGrpSpPr>
        <p:grpSpPr>
          <a:xfrm rot="5400000">
            <a:off x="-1082747" y="1310115"/>
            <a:ext cx="2227588" cy="726522"/>
            <a:chOff x="3857800" y="1143286"/>
            <a:chExt cx="1039375" cy="338989"/>
          </a:xfrm>
        </p:grpSpPr>
        <p:sp>
          <p:nvSpPr>
            <p:cNvPr id="932" name="Google Shape;932;p13"/>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3"/>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3"/>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3"/>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3"/>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3"/>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3"/>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3"/>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3"/>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3"/>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3"/>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3"/>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3"/>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3"/>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3"/>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3"/>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3"/>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3"/>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3"/>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3"/>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3"/>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3"/>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3"/>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3"/>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3"/>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3"/>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3"/>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3"/>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3"/>
          <p:cNvGrpSpPr/>
          <p:nvPr/>
        </p:nvGrpSpPr>
        <p:grpSpPr>
          <a:xfrm flipH="1">
            <a:off x="8430779" y="791666"/>
            <a:ext cx="2227588" cy="726522"/>
            <a:chOff x="3620725" y="372750"/>
            <a:chExt cx="1039375" cy="338989"/>
          </a:xfrm>
        </p:grpSpPr>
        <p:sp>
          <p:nvSpPr>
            <p:cNvPr id="963" name="Google Shape;963;p1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6" name="Google Shape;996;p13"/>
          <p:cNvSpPr/>
          <p:nvPr/>
        </p:nvSpPr>
        <p:spPr>
          <a:xfrm rot="8403335">
            <a:off x="-394847" y="-476389"/>
            <a:ext cx="1410650" cy="1410650"/>
          </a:xfrm>
          <a:prstGeom prst="blockArc">
            <a:avLst>
              <a:gd name="adj1" fmla="val 10800000"/>
              <a:gd name="adj2" fmla="val 138617"/>
              <a:gd name="adj3" fmla="val 2112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3"/>
          <p:cNvSpPr/>
          <p:nvPr/>
        </p:nvSpPr>
        <p:spPr>
          <a:xfrm>
            <a:off x="-395376" y="-217925"/>
            <a:ext cx="1331400" cy="1331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8" name="Google Shape;998;p13"/>
          <p:cNvGrpSpPr/>
          <p:nvPr/>
        </p:nvGrpSpPr>
        <p:grpSpPr>
          <a:xfrm>
            <a:off x="7753454" y="-41534"/>
            <a:ext cx="2227588" cy="726522"/>
            <a:chOff x="3620725" y="372750"/>
            <a:chExt cx="1039375" cy="338989"/>
          </a:xfrm>
        </p:grpSpPr>
        <p:sp>
          <p:nvSpPr>
            <p:cNvPr id="999" name="Google Shape;999;p13"/>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3"/>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3"/>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3"/>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3"/>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3"/>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3"/>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3"/>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3"/>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3"/>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3"/>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3"/>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3"/>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3"/>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3"/>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3"/>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3"/>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3"/>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3"/>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3"/>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3"/>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3"/>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3"/>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3"/>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3"/>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3"/>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3"/>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3"/>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3"/>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3"/>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3"/>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3"/>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3"/>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3"/>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3"/>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3"/>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3"/>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36" name="Google Shape;1036;p13"/>
          <p:cNvPicPr preferRelativeResize="0"/>
          <p:nvPr/>
        </p:nvPicPr>
        <p:blipFill>
          <a:blip r:embed="rId3">
            <a:alphaModFix/>
          </a:blip>
          <a:stretch>
            <a:fillRect/>
          </a:stretch>
        </p:blipFill>
        <p:spPr>
          <a:xfrm>
            <a:off x="118850" y="3899975"/>
            <a:ext cx="1041075" cy="1090000"/>
          </a:xfrm>
          <a:prstGeom prst="rect">
            <a:avLst/>
          </a:prstGeom>
          <a:noFill/>
          <a:ln>
            <a:noFill/>
          </a:ln>
        </p:spPr>
      </p:pic>
      <p:grpSp>
        <p:nvGrpSpPr>
          <p:cNvPr id="1037" name="Google Shape;1037;p13"/>
          <p:cNvGrpSpPr/>
          <p:nvPr/>
        </p:nvGrpSpPr>
        <p:grpSpPr>
          <a:xfrm>
            <a:off x="782362" y="4049869"/>
            <a:ext cx="317072" cy="126020"/>
            <a:chOff x="4481802" y="1143286"/>
            <a:chExt cx="147943" cy="58800"/>
          </a:xfrm>
        </p:grpSpPr>
        <p:sp>
          <p:nvSpPr>
            <p:cNvPr id="1038" name="Google Shape;1038;p1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13"/>
          <p:cNvGrpSpPr/>
          <p:nvPr/>
        </p:nvGrpSpPr>
        <p:grpSpPr>
          <a:xfrm>
            <a:off x="4850553" y="4656385"/>
            <a:ext cx="2227589" cy="726958"/>
            <a:chOff x="6972150" y="711750"/>
            <a:chExt cx="1039375" cy="339193"/>
          </a:xfrm>
        </p:grpSpPr>
        <p:sp>
          <p:nvSpPr>
            <p:cNvPr id="1041" name="Google Shape;1041;p13"/>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3"/>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3"/>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3"/>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3"/>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3"/>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3"/>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3"/>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3"/>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3"/>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3"/>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3"/>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3"/>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3"/>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3"/>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3"/>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3"/>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3"/>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3"/>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3"/>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3"/>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3"/>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3"/>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3"/>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3"/>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3"/>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3"/>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3"/>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3"/>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3"/>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3"/>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72" name="Google Shape;1072;p13"/>
          <p:cNvPicPr preferRelativeResize="0"/>
          <p:nvPr/>
        </p:nvPicPr>
        <p:blipFill>
          <a:blip r:embed="rId4">
            <a:alphaModFix/>
          </a:blip>
          <a:stretch>
            <a:fillRect/>
          </a:stretch>
        </p:blipFill>
        <p:spPr>
          <a:xfrm>
            <a:off x="7871775" y="280525"/>
            <a:ext cx="923250" cy="1217750"/>
          </a:xfrm>
          <a:prstGeom prst="rect">
            <a:avLst/>
          </a:prstGeom>
          <a:noFill/>
          <a:ln>
            <a:noFill/>
          </a:ln>
        </p:spPr>
      </p:pic>
      <p:sp>
        <p:nvSpPr>
          <p:cNvPr id="1073" name="Google Shape;1073;p13"/>
          <p:cNvSpPr/>
          <p:nvPr/>
        </p:nvSpPr>
        <p:spPr>
          <a:xfrm rot="999904">
            <a:off x="3358951" y="4439227"/>
            <a:ext cx="2408148" cy="2408148"/>
          </a:xfrm>
          <a:prstGeom prst="blockArc">
            <a:avLst>
              <a:gd name="adj1" fmla="val 10800000"/>
              <a:gd name="adj2" fmla="val 122097"/>
              <a:gd name="adj3" fmla="val 1551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1074"/>
        <p:cNvGrpSpPr/>
        <p:nvPr/>
      </p:nvGrpSpPr>
      <p:grpSpPr>
        <a:xfrm>
          <a:off x="0" y="0"/>
          <a:ext cx="0" cy="0"/>
          <a:chOff x="0" y="0"/>
          <a:chExt cx="0" cy="0"/>
        </a:xfrm>
      </p:grpSpPr>
      <p:sp>
        <p:nvSpPr>
          <p:cNvPr id="1075" name="Google Shape;1075;p14"/>
          <p:cNvSpPr txBox="1">
            <a:spLocks noGrp="1"/>
          </p:cNvSpPr>
          <p:nvPr>
            <p:ph type="title"/>
          </p:nvPr>
        </p:nvSpPr>
        <p:spPr>
          <a:xfrm>
            <a:off x="1000772" y="2773363"/>
            <a:ext cx="3567600" cy="92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76" name="Google Shape;1076;p14"/>
          <p:cNvSpPr txBox="1">
            <a:spLocks noGrp="1"/>
          </p:cNvSpPr>
          <p:nvPr>
            <p:ph type="title" idx="2" hasCustomPrompt="1"/>
          </p:nvPr>
        </p:nvSpPr>
        <p:spPr>
          <a:xfrm>
            <a:off x="2160366" y="1306338"/>
            <a:ext cx="1248300" cy="917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77" name="Google Shape;1077;p14"/>
          <p:cNvSpPr txBox="1">
            <a:spLocks noGrp="1"/>
          </p:cNvSpPr>
          <p:nvPr>
            <p:ph type="subTitle" idx="1"/>
          </p:nvPr>
        </p:nvSpPr>
        <p:spPr>
          <a:xfrm>
            <a:off x="1410216" y="3586944"/>
            <a:ext cx="2748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8" name="Google Shape;1078;p14"/>
          <p:cNvSpPr/>
          <p:nvPr/>
        </p:nvSpPr>
        <p:spPr>
          <a:xfrm>
            <a:off x="4902603" y="-760147"/>
            <a:ext cx="1602300" cy="1602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4"/>
          <p:cNvSpPr/>
          <p:nvPr/>
        </p:nvSpPr>
        <p:spPr>
          <a:xfrm flipH="1">
            <a:off x="-720049" y="-504550"/>
            <a:ext cx="1970400" cy="1970400"/>
          </a:xfrm>
          <a:prstGeom prst="blockArc">
            <a:avLst>
              <a:gd name="adj1" fmla="val 3139239"/>
              <a:gd name="adj2" fmla="val 14630311"/>
              <a:gd name="adj3" fmla="val 2349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4"/>
          <p:cNvSpPr/>
          <p:nvPr/>
        </p:nvSpPr>
        <p:spPr>
          <a:xfrm>
            <a:off x="-944548" y="147875"/>
            <a:ext cx="1843800" cy="1843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1" name="Google Shape;1081;p14"/>
          <p:cNvGrpSpPr/>
          <p:nvPr/>
        </p:nvGrpSpPr>
        <p:grpSpPr>
          <a:xfrm rot="10800000" flipH="1">
            <a:off x="51449" y="2982274"/>
            <a:ext cx="526334" cy="2227568"/>
            <a:chOff x="9663874" y="1645892"/>
            <a:chExt cx="526334" cy="2227568"/>
          </a:xfrm>
        </p:grpSpPr>
        <p:sp>
          <p:nvSpPr>
            <p:cNvPr id="1082" name="Google Shape;1082;p14"/>
            <p:cNvSpPr/>
            <p:nvPr/>
          </p:nvSpPr>
          <p:spPr>
            <a:xfrm rot="5400000">
              <a:off x="10064208" y="355640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4"/>
            <p:cNvSpPr/>
            <p:nvPr/>
          </p:nvSpPr>
          <p:spPr>
            <a:xfrm rot="5400000">
              <a:off x="9864041" y="3747460"/>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4"/>
            <p:cNvSpPr/>
            <p:nvPr/>
          </p:nvSpPr>
          <p:spPr>
            <a:xfrm rot="5400000">
              <a:off x="9663874" y="3747460"/>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4"/>
            <p:cNvSpPr/>
            <p:nvPr/>
          </p:nvSpPr>
          <p:spPr>
            <a:xfrm rot="5400000">
              <a:off x="9864041" y="3365357"/>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4"/>
            <p:cNvSpPr/>
            <p:nvPr/>
          </p:nvSpPr>
          <p:spPr>
            <a:xfrm rot="5400000">
              <a:off x="9663874" y="3365357"/>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4"/>
            <p:cNvSpPr/>
            <p:nvPr/>
          </p:nvSpPr>
          <p:spPr>
            <a:xfrm rot="5400000">
              <a:off x="9864041" y="298325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4"/>
            <p:cNvSpPr/>
            <p:nvPr/>
          </p:nvSpPr>
          <p:spPr>
            <a:xfrm rot="5400000">
              <a:off x="9663874" y="298325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4"/>
            <p:cNvSpPr/>
            <p:nvPr/>
          </p:nvSpPr>
          <p:spPr>
            <a:xfrm rot="5400000">
              <a:off x="9864041" y="317430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4"/>
            <p:cNvSpPr/>
            <p:nvPr/>
          </p:nvSpPr>
          <p:spPr>
            <a:xfrm rot="5400000">
              <a:off x="9864041" y="279220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4"/>
            <p:cNvSpPr/>
            <p:nvPr/>
          </p:nvSpPr>
          <p:spPr>
            <a:xfrm rot="5400000">
              <a:off x="9663874" y="279220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4"/>
            <p:cNvSpPr/>
            <p:nvPr/>
          </p:nvSpPr>
          <p:spPr>
            <a:xfrm rot="5400000">
              <a:off x="10064208" y="241009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4"/>
            <p:cNvSpPr/>
            <p:nvPr/>
          </p:nvSpPr>
          <p:spPr>
            <a:xfrm rot="5400000">
              <a:off x="10064208" y="2601150"/>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4"/>
            <p:cNvSpPr/>
            <p:nvPr/>
          </p:nvSpPr>
          <p:spPr>
            <a:xfrm rot="5400000">
              <a:off x="9864041" y="2601150"/>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4"/>
            <p:cNvSpPr/>
            <p:nvPr/>
          </p:nvSpPr>
          <p:spPr>
            <a:xfrm rot="5400000">
              <a:off x="10064208" y="2219047"/>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4"/>
            <p:cNvSpPr/>
            <p:nvPr/>
          </p:nvSpPr>
          <p:spPr>
            <a:xfrm rot="5400000">
              <a:off x="9864041" y="2219047"/>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4"/>
            <p:cNvSpPr/>
            <p:nvPr/>
          </p:nvSpPr>
          <p:spPr>
            <a:xfrm rot="5400000">
              <a:off x="10064208" y="183694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4"/>
            <p:cNvSpPr/>
            <p:nvPr/>
          </p:nvSpPr>
          <p:spPr>
            <a:xfrm rot="5400000">
              <a:off x="9663874" y="1836943"/>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4"/>
            <p:cNvSpPr/>
            <p:nvPr/>
          </p:nvSpPr>
          <p:spPr>
            <a:xfrm rot="5400000">
              <a:off x="10064208" y="202799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4"/>
            <p:cNvSpPr/>
            <p:nvPr/>
          </p:nvSpPr>
          <p:spPr>
            <a:xfrm rot="5400000">
              <a:off x="9864041" y="202799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4"/>
            <p:cNvSpPr/>
            <p:nvPr/>
          </p:nvSpPr>
          <p:spPr>
            <a:xfrm rot="5400000">
              <a:off x="9663874" y="202799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4"/>
            <p:cNvSpPr/>
            <p:nvPr/>
          </p:nvSpPr>
          <p:spPr>
            <a:xfrm rot="5400000">
              <a:off x="10064208" y="164589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4"/>
            <p:cNvSpPr/>
            <p:nvPr/>
          </p:nvSpPr>
          <p:spPr>
            <a:xfrm rot="5400000">
              <a:off x="9864041" y="164589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4"/>
            <p:cNvSpPr/>
            <p:nvPr/>
          </p:nvSpPr>
          <p:spPr>
            <a:xfrm rot="5400000">
              <a:off x="9663874" y="164589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5" name="Google Shape;1105;p14"/>
          <p:cNvSpPr/>
          <p:nvPr/>
        </p:nvSpPr>
        <p:spPr>
          <a:xfrm>
            <a:off x="5854026" y="386019"/>
            <a:ext cx="5011500" cy="5011500"/>
          </a:xfrm>
          <a:prstGeom prst="blockArc">
            <a:avLst>
              <a:gd name="adj1" fmla="val 3870717"/>
              <a:gd name="adj2" fmla="val 17792570"/>
              <a:gd name="adj3" fmla="val 694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4"/>
          <p:cNvSpPr/>
          <p:nvPr/>
        </p:nvSpPr>
        <p:spPr>
          <a:xfrm>
            <a:off x="5889126" y="254025"/>
            <a:ext cx="4348500" cy="4350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CUSTOM_5">
    <p:spTree>
      <p:nvGrpSpPr>
        <p:cNvPr id="1" name="Shape 1107"/>
        <p:cNvGrpSpPr/>
        <p:nvPr/>
      </p:nvGrpSpPr>
      <p:grpSpPr>
        <a:xfrm>
          <a:off x="0" y="0"/>
          <a:ext cx="0" cy="0"/>
          <a:chOff x="0" y="0"/>
          <a:chExt cx="0" cy="0"/>
        </a:xfrm>
      </p:grpSpPr>
      <p:sp>
        <p:nvSpPr>
          <p:cNvPr id="1108" name="Google Shape;1108;p15"/>
          <p:cNvSpPr txBox="1">
            <a:spLocks noGrp="1"/>
          </p:cNvSpPr>
          <p:nvPr>
            <p:ph type="title"/>
          </p:nvPr>
        </p:nvSpPr>
        <p:spPr>
          <a:xfrm>
            <a:off x="713425" y="2785350"/>
            <a:ext cx="5532300" cy="5541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24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09" name="Google Shape;1109;p15"/>
          <p:cNvSpPr txBox="1">
            <a:spLocks noGrp="1"/>
          </p:cNvSpPr>
          <p:nvPr>
            <p:ph type="subTitle" idx="1"/>
          </p:nvPr>
        </p:nvSpPr>
        <p:spPr>
          <a:xfrm>
            <a:off x="713400" y="1220875"/>
            <a:ext cx="5532300" cy="156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30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110" name="Google Shape;1110;p15"/>
          <p:cNvGrpSpPr/>
          <p:nvPr/>
        </p:nvGrpSpPr>
        <p:grpSpPr>
          <a:xfrm>
            <a:off x="6790803" y="4327010"/>
            <a:ext cx="2227589" cy="726958"/>
            <a:chOff x="6972150" y="711750"/>
            <a:chExt cx="1039375" cy="339193"/>
          </a:xfrm>
        </p:grpSpPr>
        <p:sp>
          <p:nvSpPr>
            <p:cNvPr id="1111" name="Google Shape;1111;p15"/>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5"/>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5"/>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5"/>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5"/>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5"/>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5"/>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5"/>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5"/>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5"/>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5"/>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5"/>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5"/>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5"/>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5"/>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5"/>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5"/>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5"/>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5"/>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5"/>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5"/>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5"/>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5"/>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5"/>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5"/>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5"/>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5"/>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5"/>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15"/>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15"/>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15"/>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5"/>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3" name="Google Shape;1143;p15"/>
          <p:cNvGrpSpPr/>
          <p:nvPr/>
        </p:nvGrpSpPr>
        <p:grpSpPr>
          <a:xfrm flipH="1">
            <a:off x="7179080" y="606666"/>
            <a:ext cx="2227589" cy="1527191"/>
            <a:chOff x="5519300" y="372750"/>
            <a:chExt cx="1039375" cy="712575"/>
          </a:xfrm>
        </p:grpSpPr>
        <p:sp>
          <p:nvSpPr>
            <p:cNvPr id="1144" name="Google Shape;1144;p15"/>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5"/>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5"/>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5"/>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5"/>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5"/>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15"/>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15"/>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15"/>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15"/>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15"/>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15"/>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15"/>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15"/>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15"/>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15"/>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15"/>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15"/>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15"/>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15"/>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15"/>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15"/>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15"/>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15"/>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15"/>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15"/>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15"/>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15"/>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15"/>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15"/>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15"/>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15"/>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15"/>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15"/>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15"/>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15"/>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15"/>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15"/>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15"/>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15"/>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15"/>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15"/>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15"/>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15"/>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15"/>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15"/>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15"/>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15"/>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15"/>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15"/>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15"/>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15"/>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15"/>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15"/>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15"/>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15"/>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15"/>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15"/>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15"/>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15"/>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15"/>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15"/>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15"/>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5"/>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15"/>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15"/>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15"/>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1" name="Google Shape;1211;p15"/>
          <p:cNvSpPr/>
          <p:nvPr/>
        </p:nvSpPr>
        <p:spPr>
          <a:xfrm flipH="1">
            <a:off x="-844101" y="4093890"/>
            <a:ext cx="1916700" cy="1916700"/>
          </a:xfrm>
          <a:prstGeom prst="blockArc">
            <a:avLst>
              <a:gd name="adj1" fmla="val 7189467"/>
              <a:gd name="adj2" fmla="val 18520015"/>
              <a:gd name="adj3" fmla="val 23038"/>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323"/>
        <p:cNvGrpSpPr/>
        <p:nvPr/>
      </p:nvGrpSpPr>
      <p:grpSpPr>
        <a:xfrm>
          <a:off x="0" y="0"/>
          <a:ext cx="0" cy="0"/>
          <a:chOff x="0" y="0"/>
          <a:chExt cx="0" cy="0"/>
        </a:xfrm>
      </p:grpSpPr>
      <p:sp>
        <p:nvSpPr>
          <p:cNvPr id="1324" name="Google Shape;1324;p17"/>
          <p:cNvSpPr txBox="1">
            <a:spLocks noGrp="1"/>
          </p:cNvSpPr>
          <p:nvPr>
            <p:ph type="title"/>
          </p:nvPr>
        </p:nvSpPr>
        <p:spPr>
          <a:xfrm>
            <a:off x="4450946" y="1493550"/>
            <a:ext cx="3493200" cy="129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72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325" name="Google Shape;1325;p17"/>
          <p:cNvSpPr txBox="1">
            <a:spLocks noGrp="1"/>
          </p:cNvSpPr>
          <p:nvPr>
            <p:ph type="subTitle" idx="1"/>
          </p:nvPr>
        </p:nvSpPr>
        <p:spPr>
          <a:xfrm>
            <a:off x="4450925" y="2634150"/>
            <a:ext cx="3493200" cy="101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6" name="Google Shape;1326;p17"/>
          <p:cNvSpPr/>
          <p:nvPr/>
        </p:nvSpPr>
        <p:spPr>
          <a:xfrm rot="-5400000">
            <a:off x="3094299" y="4025425"/>
            <a:ext cx="2102100" cy="2102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7" name="Google Shape;1327;p17"/>
          <p:cNvGrpSpPr/>
          <p:nvPr/>
        </p:nvGrpSpPr>
        <p:grpSpPr>
          <a:xfrm>
            <a:off x="7342730" y="-239484"/>
            <a:ext cx="2227589" cy="1527191"/>
            <a:chOff x="5519300" y="372750"/>
            <a:chExt cx="1039375" cy="712575"/>
          </a:xfrm>
        </p:grpSpPr>
        <p:sp>
          <p:nvSpPr>
            <p:cNvPr id="1328" name="Google Shape;1328;p17"/>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7"/>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7"/>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7"/>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7"/>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7"/>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7"/>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7"/>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7"/>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7"/>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7"/>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7"/>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7"/>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7"/>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7"/>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7"/>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7"/>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17"/>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17"/>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7"/>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7"/>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7"/>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7"/>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7"/>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7"/>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7"/>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7"/>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7"/>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7"/>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7"/>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7"/>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7"/>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7"/>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7"/>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7"/>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7"/>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7"/>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7"/>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7"/>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7"/>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7"/>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7"/>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7"/>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7"/>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7"/>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7"/>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7"/>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7"/>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7"/>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7"/>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7"/>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7"/>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7"/>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7"/>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17"/>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17"/>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7"/>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7"/>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7"/>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7"/>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7"/>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7"/>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7"/>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7"/>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7"/>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7"/>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7"/>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5" name="Google Shape;1395;p17"/>
          <p:cNvSpPr/>
          <p:nvPr/>
        </p:nvSpPr>
        <p:spPr>
          <a:xfrm rot="-1856039">
            <a:off x="8454804" y="1900412"/>
            <a:ext cx="2574846" cy="2574846"/>
          </a:xfrm>
          <a:prstGeom prst="blockArc">
            <a:avLst>
              <a:gd name="adj1" fmla="val 5958233"/>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7"/>
          <p:cNvSpPr/>
          <p:nvPr/>
        </p:nvSpPr>
        <p:spPr>
          <a:xfrm>
            <a:off x="8472788" y="1832675"/>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7"/>
          <p:cNvSpPr/>
          <p:nvPr/>
        </p:nvSpPr>
        <p:spPr>
          <a:xfrm rot="-6009249">
            <a:off x="4503832" y="-1121226"/>
            <a:ext cx="2030097" cy="2030097"/>
          </a:xfrm>
          <a:prstGeom prst="blockArc">
            <a:avLst>
              <a:gd name="adj1" fmla="val 5958233"/>
              <a:gd name="adj2" fmla="val 17663173"/>
              <a:gd name="adj3" fmla="val 2497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7"/>
          <p:cNvSpPr/>
          <p:nvPr/>
        </p:nvSpPr>
        <p:spPr>
          <a:xfrm rot="-8814536">
            <a:off x="-1455112" y="-720135"/>
            <a:ext cx="3302921" cy="3302921"/>
          </a:xfrm>
          <a:prstGeom prst="blockArc">
            <a:avLst>
              <a:gd name="adj1" fmla="val 5958233"/>
              <a:gd name="adj2" fmla="val 15340052"/>
              <a:gd name="adj3" fmla="val 8595"/>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1946"/>
        <p:cNvGrpSpPr/>
        <p:nvPr/>
      </p:nvGrpSpPr>
      <p:grpSpPr>
        <a:xfrm>
          <a:off x="0" y="0"/>
          <a:ext cx="0" cy="0"/>
          <a:chOff x="0" y="0"/>
          <a:chExt cx="0" cy="0"/>
        </a:xfrm>
      </p:grpSpPr>
      <p:sp>
        <p:nvSpPr>
          <p:cNvPr id="1947" name="Google Shape;1947;p23"/>
          <p:cNvSpPr txBox="1">
            <a:spLocks noGrp="1"/>
          </p:cNvSpPr>
          <p:nvPr>
            <p:ph type="title"/>
          </p:nvPr>
        </p:nvSpPr>
        <p:spPr>
          <a:xfrm>
            <a:off x="3970800" y="445025"/>
            <a:ext cx="4483800" cy="740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948" name="Google Shape;1948;p23"/>
          <p:cNvSpPr txBox="1">
            <a:spLocks noGrp="1"/>
          </p:cNvSpPr>
          <p:nvPr>
            <p:ph type="title" idx="2"/>
          </p:nvPr>
        </p:nvSpPr>
        <p:spPr>
          <a:xfrm>
            <a:off x="5277829" y="1379975"/>
            <a:ext cx="28584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49" name="Google Shape;1949;p23"/>
          <p:cNvSpPr txBox="1">
            <a:spLocks noGrp="1"/>
          </p:cNvSpPr>
          <p:nvPr>
            <p:ph type="subTitle" idx="1"/>
          </p:nvPr>
        </p:nvSpPr>
        <p:spPr>
          <a:xfrm>
            <a:off x="5277829" y="1809524"/>
            <a:ext cx="28584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0" name="Google Shape;1950;p23"/>
          <p:cNvSpPr txBox="1">
            <a:spLocks noGrp="1"/>
          </p:cNvSpPr>
          <p:nvPr>
            <p:ph type="title" idx="3"/>
          </p:nvPr>
        </p:nvSpPr>
        <p:spPr>
          <a:xfrm>
            <a:off x="5277825" y="3050476"/>
            <a:ext cx="28584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51" name="Google Shape;1951;p23"/>
          <p:cNvSpPr txBox="1">
            <a:spLocks noGrp="1"/>
          </p:cNvSpPr>
          <p:nvPr>
            <p:ph type="subTitle" idx="4"/>
          </p:nvPr>
        </p:nvSpPr>
        <p:spPr>
          <a:xfrm>
            <a:off x="5277825" y="3480025"/>
            <a:ext cx="2858400" cy="83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2" name="Google Shape;1952;p23"/>
          <p:cNvSpPr/>
          <p:nvPr/>
        </p:nvSpPr>
        <p:spPr>
          <a:xfrm flipH="1">
            <a:off x="-1229493" y="2407871"/>
            <a:ext cx="2468100" cy="2468100"/>
          </a:xfrm>
          <a:prstGeom prst="blockArc">
            <a:avLst>
              <a:gd name="adj1" fmla="val 4832860"/>
              <a:gd name="adj2" fmla="val 19296739"/>
              <a:gd name="adj3" fmla="val 9237"/>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23"/>
          <p:cNvSpPr/>
          <p:nvPr/>
        </p:nvSpPr>
        <p:spPr>
          <a:xfrm>
            <a:off x="-753325" y="2573175"/>
            <a:ext cx="1725900" cy="1725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4" name="Google Shape;1954;p23"/>
          <p:cNvGrpSpPr/>
          <p:nvPr/>
        </p:nvGrpSpPr>
        <p:grpSpPr>
          <a:xfrm rot="-5400000">
            <a:off x="7773103" y="3158403"/>
            <a:ext cx="2227588" cy="726522"/>
            <a:chOff x="3857800" y="1143286"/>
            <a:chExt cx="1039375" cy="338989"/>
          </a:xfrm>
        </p:grpSpPr>
        <p:sp>
          <p:nvSpPr>
            <p:cNvPr id="1955" name="Google Shape;1955;p23"/>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23"/>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23"/>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23"/>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23"/>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23"/>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2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23"/>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23"/>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2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23"/>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23"/>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23"/>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23"/>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23"/>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23"/>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23"/>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23"/>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23"/>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23"/>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23"/>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23"/>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23"/>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23"/>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23"/>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23"/>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23"/>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23"/>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23"/>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23"/>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5" name="Google Shape;1985;p23"/>
          <p:cNvSpPr/>
          <p:nvPr/>
        </p:nvSpPr>
        <p:spPr>
          <a:xfrm>
            <a:off x="8622516" y="1485980"/>
            <a:ext cx="1378800" cy="1378800"/>
          </a:xfrm>
          <a:prstGeom prst="blockArc">
            <a:avLst>
              <a:gd name="adj1" fmla="val 4832860"/>
              <a:gd name="adj2" fmla="val 18782450"/>
              <a:gd name="adj3" fmla="val 20267"/>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23"/>
          <p:cNvSpPr/>
          <p:nvPr/>
        </p:nvSpPr>
        <p:spPr>
          <a:xfrm>
            <a:off x="2468575" y="-646225"/>
            <a:ext cx="1185600" cy="1185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3">
  <p:cSld name="CUSTOM_3_1_1_2">
    <p:spTree>
      <p:nvGrpSpPr>
        <p:cNvPr id="1" name="Shape 2109"/>
        <p:cNvGrpSpPr/>
        <p:nvPr/>
      </p:nvGrpSpPr>
      <p:grpSpPr>
        <a:xfrm>
          <a:off x="0" y="0"/>
          <a:ext cx="0" cy="0"/>
          <a:chOff x="0" y="0"/>
          <a:chExt cx="0" cy="0"/>
        </a:xfrm>
      </p:grpSpPr>
      <p:sp>
        <p:nvSpPr>
          <p:cNvPr id="2110" name="Google Shape;2110;p25"/>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11" name="Google Shape;2111;p25"/>
          <p:cNvSpPr txBox="1">
            <a:spLocks noGrp="1"/>
          </p:cNvSpPr>
          <p:nvPr>
            <p:ph type="subTitle" idx="1"/>
          </p:nvPr>
        </p:nvSpPr>
        <p:spPr>
          <a:xfrm>
            <a:off x="1237236" y="1649888"/>
            <a:ext cx="3136200" cy="234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2" name="Google Shape;2112;p25"/>
          <p:cNvSpPr txBox="1">
            <a:spLocks noGrp="1"/>
          </p:cNvSpPr>
          <p:nvPr>
            <p:ph type="subTitle" idx="2"/>
          </p:nvPr>
        </p:nvSpPr>
        <p:spPr>
          <a:xfrm>
            <a:off x="4770564" y="1649888"/>
            <a:ext cx="3136200" cy="234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113" name="Google Shape;2113;p25"/>
          <p:cNvGrpSpPr/>
          <p:nvPr/>
        </p:nvGrpSpPr>
        <p:grpSpPr>
          <a:xfrm rot="5400000">
            <a:off x="-716077" y="3282010"/>
            <a:ext cx="2227568" cy="326604"/>
            <a:chOff x="5911703" y="-1770615"/>
            <a:chExt cx="2227568" cy="326604"/>
          </a:xfrm>
        </p:grpSpPr>
        <p:sp>
          <p:nvSpPr>
            <p:cNvPr id="2114" name="Google Shape;2114;p25"/>
            <p:cNvSpPr/>
            <p:nvPr/>
          </p:nvSpPr>
          <p:spPr>
            <a:xfrm>
              <a:off x="8013271"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25"/>
            <p:cNvSpPr/>
            <p:nvPr/>
          </p:nvSpPr>
          <p:spPr>
            <a:xfrm>
              <a:off x="7631168"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25"/>
            <p:cNvSpPr/>
            <p:nvPr/>
          </p:nvSpPr>
          <p:spPr>
            <a:xfrm>
              <a:off x="7249064"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25"/>
            <p:cNvSpPr/>
            <p:nvPr/>
          </p:nvSpPr>
          <p:spPr>
            <a:xfrm>
              <a:off x="7058013"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25"/>
            <p:cNvSpPr/>
            <p:nvPr/>
          </p:nvSpPr>
          <p:spPr>
            <a:xfrm>
              <a:off x="6102754"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25"/>
            <p:cNvSpPr/>
            <p:nvPr/>
          </p:nvSpPr>
          <p:spPr>
            <a:xfrm>
              <a:off x="6293806"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25"/>
            <p:cNvSpPr/>
            <p:nvPr/>
          </p:nvSpPr>
          <p:spPr>
            <a:xfrm>
              <a:off x="5911703" y="-1770615"/>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25"/>
            <p:cNvSpPr/>
            <p:nvPr/>
          </p:nvSpPr>
          <p:spPr>
            <a:xfrm>
              <a:off x="7822219"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25"/>
            <p:cNvSpPr/>
            <p:nvPr/>
          </p:nvSpPr>
          <p:spPr>
            <a:xfrm>
              <a:off x="8013271"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25"/>
            <p:cNvSpPr/>
            <p:nvPr/>
          </p:nvSpPr>
          <p:spPr>
            <a:xfrm>
              <a:off x="7249064"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25"/>
            <p:cNvSpPr/>
            <p:nvPr/>
          </p:nvSpPr>
          <p:spPr>
            <a:xfrm>
              <a:off x="7440116"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25"/>
            <p:cNvSpPr/>
            <p:nvPr/>
          </p:nvSpPr>
          <p:spPr>
            <a:xfrm>
              <a:off x="7058013"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25"/>
            <p:cNvSpPr/>
            <p:nvPr/>
          </p:nvSpPr>
          <p:spPr>
            <a:xfrm>
              <a:off x="6675909"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25"/>
            <p:cNvSpPr/>
            <p:nvPr/>
          </p:nvSpPr>
          <p:spPr>
            <a:xfrm>
              <a:off x="6866961"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25"/>
            <p:cNvSpPr/>
            <p:nvPr/>
          </p:nvSpPr>
          <p:spPr>
            <a:xfrm>
              <a:off x="6484858"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25"/>
            <p:cNvSpPr/>
            <p:nvPr/>
          </p:nvSpPr>
          <p:spPr>
            <a:xfrm>
              <a:off x="6293806"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25"/>
            <p:cNvSpPr/>
            <p:nvPr/>
          </p:nvSpPr>
          <p:spPr>
            <a:xfrm>
              <a:off x="5911703" y="-1570011"/>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1" name="Google Shape;2131;p25"/>
          <p:cNvSpPr/>
          <p:nvPr/>
        </p:nvSpPr>
        <p:spPr>
          <a:xfrm rot="8223760" flipH="1">
            <a:off x="8066614" y="3302903"/>
            <a:ext cx="1986206" cy="1986646"/>
          </a:xfrm>
          <a:prstGeom prst="blockArc">
            <a:avLst>
              <a:gd name="adj1" fmla="val 5100224"/>
              <a:gd name="adj2" fmla="val 16890590"/>
              <a:gd name="adj3" fmla="val 25861"/>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25"/>
          <p:cNvSpPr/>
          <p:nvPr/>
        </p:nvSpPr>
        <p:spPr>
          <a:xfrm rot="8223572" flipH="1">
            <a:off x="8098025" y="3495149"/>
            <a:ext cx="1534706" cy="1534721"/>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25"/>
          <p:cNvSpPr/>
          <p:nvPr/>
        </p:nvSpPr>
        <p:spPr>
          <a:xfrm rot="656896" flipH="1">
            <a:off x="-1466385" y="950324"/>
            <a:ext cx="2255655" cy="2255712"/>
          </a:xfrm>
          <a:prstGeom prst="blockArc">
            <a:avLst>
              <a:gd name="adj1" fmla="val 5100224"/>
              <a:gd name="adj2" fmla="val 17105252"/>
              <a:gd name="adj3" fmla="val 22959"/>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25"/>
          <p:cNvSpPr/>
          <p:nvPr/>
        </p:nvSpPr>
        <p:spPr>
          <a:xfrm rot="656663" flipH="1">
            <a:off x="-951810" y="1473801"/>
            <a:ext cx="1742900" cy="174295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5" name="Google Shape;2135;p25"/>
          <p:cNvGrpSpPr/>
          <p:nvPr/>
        </p:nvGrpSpPr>
        <p:grpSpPr>
          <a:xfrm rot="-5400000" flipH="1">
            <a:off x="7876900" y="1636706"/>
            <a:ext cx="2036537" cy="726522"/>
            <a:chOff x="5697593" y="1680311"/>
            <a:chExt cx="950232" cy="338989"/>
          </a:xfrm>
        </p:grpSpPr>
        <p:sp>
          <p:nvSpPr>
            <p:cNvPr id="2136" name="Google Shape;2136;p25"/>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25"/>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25"/>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25"/>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25"/>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25"/>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25"/>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25"/>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25"/>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25"/>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25"/>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25"/>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25"/>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25"/>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25"/>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25"/>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25"/>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25"/>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25"/>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25"/>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25"/>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25"/>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25"/>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25"/>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25"/>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25"/>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25"/>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25"/>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25"/>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25"/>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6" name="Google Shape;2166;p25"/>
          <p:cNvGrpSpPr/>
          <p:nvPr/>
        </p:nvGrpSpPr>
        <p:grpSpPr>
          <a:xfrm flipH="1">
            <a:off x="-381821" y="-103359"/>
            <a:ext cx="2227588" cy="726522"/>
            <a:chOff x="3620725" y="372750"/>
            <a:chExt cx="1039375" cy="338989"/>
          </a:xfrm>
        </p:grpSpPr>
        <p:sp>
          <p:nvSpPr>
            <p:cNvPr id="2167" name="Google Shape;2167;p25"/>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25"/>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25"/>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25"/>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25"/>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25"/>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25"/>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25"/>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25"/>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25"/>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25"/>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25"/>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25"/>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25"/>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25"/>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25"/>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25"/>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25"/>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25"/>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25"/>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25"/>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25"/>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25"/>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25"/>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25"/>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25"/>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25"/>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25"/>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25"/>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25"/>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25"/>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25"/>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25"/>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25"/>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25"/>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25"/>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25"/>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04" name="Google Shape;2204;p25"/>
          <p:cNvPicPr preferRelativeResize="0"/>
          <p:nvPr/>
        </p:nvPicPr>
        <p:blipFill>
          <a:blip r:embed="rId2">
            <a:alphaModFix/>
          </a:blip>
          <a:stretch>
            <a:fillRect/>
          </a:stretch>
        </p:blipFill>
        <p:spPr>
          <a:xfrm>
            <a:off x="8634597" y="3947683"/>
            <a:ext cx="665700" cy="1111385"/>
          </a:xfrm>
          <a:prstGeom prst="rect">
            <a:avLst/>
          </a:prstGeom>
          <a:noFill/>
          <a:ln>
            <a:noFill/>
          </a:ln>
        </p:spPr>
      </p:pic>
      <p:sp>
        <p:nvSpPr>
          <p:cNvPr id="2205" name="Google Shape;2205;p25"/>
          <p:cNvSpPr/>
          <p:nvPr/>
        </p:nvSpPr>
        <p:spPr>
          <a:xfrm rot="-4743008" flipH="1">
            <a:off x="936100" y="4678764"/>
            <a:ext cx="2593314" cy="2593371"/>
          </a:xfrm>
          <a:prstGeom prst="blockArc">
            <a:avLst>
              <a:gd name="adj1" fmla="val 5100224"/>
              <a:gd name="adj2" fmla="val 16747037"/>
              <a:gd name="adj3" fmla="val 11247"/>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25"/>
          <p:cNvSpPr/>
          <p:nvPr/>
        </p:nvSpPr>
        <p:spPr>
          <a:xfrm rot="-4743408" flipH="1">
            <a:off x="1537977" y="4676626"/>
            <a:ext cx="2003838" cy="2003895"/>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3_1_1_1">
    <p:spTree>
      <p:nvGrpSpPr>
        <p:cNvPr id="1" name="Shape 2207"/>
        <p:cNvGrpSpPr/>
        <p:nvPr/>
      </p:nvGrpSpPr>
      <p:grpSpPr>
        <a:xfrm>
          <a:off x="0" y="0"/>
          <a:ext cx="0" cy="0"/>
          <a:chOff x="0" y="0"/>
          <a:chExt cx="0" cy="0"/>
        </a:xfrm>
      </p:grpSpPr>
      <p:sp>
        <p:nvSpPr>
          <p:cNvPr id="2208" name="Google Shape;2208;p26"/>
          <p:cNvSpPr txBox="1">
            <a:spLocks noGrp="1"/>
          </p:cNvSpPr>
          <p:nvPr>
            <p:ph type="title"/>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209" name="Google Shape;2209;p26"/>
          <p:cNvSpPr txBox="1">
            <a:spLocks noGrp="1"/>
          </p:cNvSpPr>
          <p:nvPr>
            <p:ph type="title" idx="2"/>
          </p:nvPr>
        </p:nvSpPr>
        <p:spPr>
          <a:xfrm>
            <a:off x="1099200" y="2941050"/>
            <a:ext cx="20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10" name="Google Shape;2210;p26"/>
          <p:cNvSpPr txBox="1">
            <a:spLocks noGrp="1"/>
          </p:cNvSpPr>
          <p:nvPr>
            <p:ph type="subTitle" idx="1"/>
          </p:nvPr>
        </p:nvSpPr>
        <p:spPr>
          <a:xfrm>
            <a:off x="1099200" y="3370599"/>
            <a:ext cx="20067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11" name="Google Shape;2211;p26"/>
          <p:cNvSpPr txBox="1">
            <a:spLocks noGrp="1"/>
          </p:cNvSpPr>
          <p:nvPr>
            <p:ph type="title" idx="3"/>
          </p:nvPr>
        </p:nvSpPr>
        <p:spPr>
          <a:xfrm>
            <a:off x="3528012" y="2941050"/>
            <a:ext cx="20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12" name="Google Shape;2212;p26"/>
          <p:cNvSpPr txBox="1">
            <a:spLocks noGrp="1"/>
          </p:cNvSpPr>
          <p:nvPr>
            <p:ph type="subTitle" idx="4"/>
          </p:nvPr>
        </p:nvSpPr>
        <p:spPr>
          <a:xfrm>
            <a:off x="3528012" y="3370600"/>
            <a:ext cx="20067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13" name="Google Shape;2213;p26"/>
          <p:cNvSpPr txBox="1">
            <a:spLocks noGrp="1"/>
          </p:cNvSpPr>
          <p:nvPr>
            <p:ph type="title" idx="5"/>
          </p:nvPr>
        </p:nvSpPr>
        <p:spPr>
          <a:xfrm>
            <a:off x="5956750" y="2941050"/>
            <a:ext cx="2006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14" name="Google Shape;2214;p26"/>
          <p:cNvSpPr txBox="1">
            <a:spLocks noGrp="1"/>
          </p:cNvSpPr>
          <p:nvPr>
            <p:ph type="subTitle" idx="6"/>
          </p:nvPr>
        </p:nvSpPr>
        <p:spPr>
          <a:xfrm>
            <a:off x="5956750" y="3370600"/>
            <a:ext cx="20067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15" name="Google Shape;2215;p26"/>
          <p:cNvGrpSpPr/>
          <p:nvPr/>
        </p:nvGrpSpPr>
        <p:grpSpPr>
          <a:xfrm>
            <a:off x="7130578" y="4680303"/>
            <a:ext cx="2227588" cy="726522"/>
            <a:chOff x="3857800" y="1143286"/>
            <a:chExt cx="1039375" cy="338989"/>
          </a:xfrm>
        </p:grpSpPr>
        <p:sp>
          <p:nvSpPr>
            <p:cNvPr id="2216" name="Google Shape;2216;p26"/>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26"/>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26"/>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26"/>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26"/>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26"/>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26"/>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26"/>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26"/>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26"/>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26"/>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26"/>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26"/>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26"/>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26"/>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26"/>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26"/>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26"/>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26"/>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26"/>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26"/>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26"/>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26"/>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26"/>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26"/>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26"/>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26"/>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26"/>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26"/>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26"/>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6" name="Google Shape;2246;p26"/>
          <p:cNvGrpSpPr/>
          <p:nvPr/>
        </p:nvGrpSpPr>
        <p:grpSpPr>
          <a:xfrm>
            <a:off x="-254692" y="-76870"/>
            <a:ext cx="2227588" cy="726522"/>
            <a:chOff x="5608450" y="1680311"/>
            <a:chExt cx="1039375" cy="338989"/>
          </a:xfrm>
        </p:grpSpPr>
        <p:sp>
          <p:nvSpPr>
            <p:cNvPr id="2247" name="Google Shape;2247;p26"/>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26"/>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26"/>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26"/>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26"/>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26"/>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26"/>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26"/>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26"/>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26"/>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26"/>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26"/>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26"/>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26"/>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26"/>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26"/>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26"/>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26"/>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26"/>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26"/>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26"/>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26"/>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26"/>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26"/>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26"/>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26"/>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26"/>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26"/>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26"/>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26"/>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26"/>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26"/>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26"/>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26"/>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26"/>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26"/>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3" name="Google Shape;2283;p26"/>
          <p:cNvSpPr/>
          <p:nvPr/>
        </p:nvSpPr>
        <p:spPr>
          <a:xfrm rot="-1856039">
            <a:off x="8454804" y="2577737"/>
            <a:ext cx="2574846" cy="2574846"/>
          </a:xfrm>
          <a:prstGeom prst="blockArc">
            <a:avLst>
              <a:gd name="adj1" fmla="val 5958233"/>
              <a:gd name="adj2" fmla="val 17338531"/>
              <a:gd name="adj3" fmla="val 8483"/>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26"/>
          <p:cNvSpPr/>
          <p:nvPr/>
        </p:nvSpPr>
        <p:spPr>
          <a:xfrm>
            <a:off x="8472788" y="2510000"/>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26"/>
          <p:cNvSpPr/>
          <p:nvPr/>
        </p:nvSpPr>
        <p:spPr>
          <a:xfrm rot="1856039" flipH="1">
            <a:off x="-1791221" y="147812"/>
            <a:ext cx="2574846" cy="2574846"/>
          </a:xfrm>
          <a:prstGeom prst="blockArc">
            <a:avLst>
              <a:gd name="adj1" fmla="val 5958233"/>
              <a:gd name="adj2" fmla="val 17474158"/>
              <a:gd name="adj3" fmla="val 15925"/>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26"/>
          <p:cNvSpPr/>
          <p:nvPr/>
        </p:nvSpPr>
        <p:spPr>
          <a:xfrm flipH="1">
            <a:off x="-1205123" y="422875"/>
            <a:ext cx="2118000" cy="2118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26"/>
          <p:cNvSpPr/>
          <p:nvPr/>
        </p:nvSpPr>
        <p:spPr>
          <a:xfrm>
            <a:off x="6337536" y="4893650"/>
            <a:ext cx="1326600" cy="1327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88" name="Google Shape;2288;p26"/>
          <p:cNvGrpSpPr/>
          <p:nvPr/>
        </p:nvGrpSpPr>
        <p:grpSpPr>
          <a:xfrm>
            <a:off x="282666" y="4529415"/>
            <a:ext cx="485944" cy="339170"/>
            <a:chOff x="5265975" y="1869575"/>
            <a:chExt cx="269400" cy="128825"/>
          </a:xfrm>
        </p:grpSpPr>
        <p:cxnSp>
          <p:nvCxnSpPr>
            <p:cNvPr id="2289" name="Google Shape;2289;p26"/>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2290" name="Google Shape;2290;p26"/>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2291" name="Google Shape;2291;p26"/>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2292" name="Google Shape;2292;p26"/>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2293" name="Google Shape;2293;p26"/>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1">
  <p:cSld name="CUSTOM_6_1">
    <p:spTree>
      <p:nvGrpSpPr>
        <p:cNvPr id="1" name="Shape 2665"/>
        <p:cNvGrpSpPr/>
        <p:nvPr/>
      </p:nvGrpSpPr>
      <p:grpSpPr>
        <a:xfrm>
          <a:off x="0" y="0"/>
          <a:ext cx="0" cy="0"/>
          <a:chOff x="0" y="0"/>
          <a:chExt cx="0" cy="0"/>
        </a:xfrm>
      </p:grpSpPr>
      <p:sp>
        <p:nvSpPr>
          <p:cNvPr id="2666" name="Google Shape;2666;p30"/>
          <p:cNvSpPr txBox="1">
            <a:spLocks noGrp="1"/>
          </p:cNvSpPr>
          <p:nvPr>
            <p:ph type="title" hasCustomPrompt="1"/>
          </p:nvPr>
        </p:nvSpPr>
        <p:spPr>
          <a:xfrm>
            <a:off x="2242055" y="1506450"/>
            <a:ext cx="20937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67" name="Google Shape;2667;p30"/>
          <p:cNvSpPr txBox="1">
            <a:spLocks noGrp="1"/>
          </p:cNvSpPr>
          <p:nvPr>
            <p:ph type="title" idx="2" hasCustomPrompt="1"/>
          </p:nvPr>
        </p:nvSpPr>
        <p:spPr>
          <a:xfrm>
            <a:off x="4808234" y="1506450"/>
            <a:ext cx="2093700" cy="768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68" name="Google Shape;2668;p30"/>
          <p:cNvSpPr txBox="1">
            <a:spLocks noGrp="1"/>
          </p:cNvSpPr>
          <p:nvPr>
            <p:ph type="title" idx="3"/>
          </p:nvPr>
        </p:nvSpPr>
        <p:spPr>
          <a:xfrm>
            <a:off x="713275" y="445025"/>
            <a:ext cx="7717500" cy="738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669" name="Google Shape;2669;p30"/>
          <p:cNvSpPr txBox="1">
            <a:spLocks noGrp="1"/>
          </p:cNvSpPr>
          <p:nvPr>
            <p:ph type="title" idx="4"/>
          </p:nvPr>
        </p:nvSpPr>
        <p:spPr>
          <a:xfrm>
            <a:off x="2242055" y="2988200"/>
            <a:ext cx="2093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70" name="Google Shape;2670;p30"/>
          <p:cNvSpPr txBox="1">
            <a:spLocks noGrp="1"/>
          </p:cNvSpPr>
          <p:nvPr>
            <p:ph type="subTitle" idx="1"/>
          </p:nvPr>
        </p:nvSpPr>
        <p:spPr>
          <a:xfrm>
            <a:off x="2242055" y="3417749"/>
            <a:ext cx="20937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71" name="Google Shape;2671;p30"/>
          <p:cNvSpPr txBox="1">
            <a:spLocks noGrp="1"/>
          </p:cNvSpPr>
          <p:nvPr>
            <p:ph type="title" idx="5"/>
          </p:nvPr>
        </p:nvSpPr>
        <p:spPr>
          <a:xfrm>
            <a:off x="4808234" y="2988200"/>
            <a:ext cx="20937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4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72" name="Google Shape;2672;p30"/>
          <p:cNvSpPr txBox="1">
            <a:spLocks noGrp="1"/>
          </p:cNvSpPr>
          <p:nvPr>
            <p:ph type="subTitle" idx="6"/>
          </p:nvPr>
        </p:nvSpPr>
        <p:spPr>
          <a:xfrm>
            <a:off x="4808234" y="3417750"/>
            <a:ext cx="2093700" cy="83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73" name="Google Shape;2673;p30"/>
          <p:cNvSpPr/>
          <p:nvPr/>
        </p:nvSpPr>
        <p:spPr>
          <a:xfrm flipH="1">
            <a:off x="-243745" y="588970"/>
            <a:ext cx="1331400" cy="1331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0"/>
          <p:cNvSpPr/>
          <p:nvPr/>
        </p:nvSpPr>
        <p:spPr>
          <a:xfrm>
            <a:off x="8581024" y="3820150"/>
            <a:ext cx="1366800" cy="1366800"/>
          </a:xfrm>
          <a:prstGeom prst="blockArc">
            <a:avLst>
              <a:gd name="adj1" fmla="val 4474518"/>
              <a:gd name="adj2" fmla="val 17047510"/>
              <a:gd name="adj3" fmla="val 27298"/>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2787"/>
        <p:cNvGrpSpPr/>
        <p:nvPr/>
      </p:nvGrpSpPr>
      <p:grpSpPr>
        <a:xfrm>
          <a:off x="0" y="0"/>
          <a:ext cx="0" cy="0"/>
          <a:chOff x="0" y="0"/>
          <a:chExt cx="0" cy="0"/>
        </a:xfrm>
      </p:grpSpPr>
      <p:sp>
        <p:nvSpPr>
          <p:cNvPr id="2788" name="Google Shape;2788;p32"/>
          <p:cNvSpPr txBox="1">
            <a:spLocks noGrp="1"/>
          </p:cNvSpPr>
          <p:nvPr>
            <p:ph type="title"/>
          </p:nvPr>
        </p:nvSpPr>
        <p:spPr>
          <a:xfrm>
            <a:off x="4830825" y="217275"/>
            <a:ext cx="3600000" cy="1301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7200"/>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a:endParaRPr/>
          </a:p>
        </p:txBody>
      </p:sp>
      <p:sp>
        <p:nvSpPr>
          <p:cNvPr id="2789" name="Google Shape;2789;p32"/>
          <p:cNvSpPr txBox="1">
            <a:spLocks noGrp="1"/>
          </p:cNvSpPr>
          <p:nvPr>
            <p:ph type="title" idx="2"/>
          </p:nvPr>
        </p:nvSpPr>
        <p:spPr>
          <a:xfrm>
            <a:off x="4830825" y="1282050"/>
            <a:ext cx="2041200" cy="1569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2790" name="Google Shape;2790;p32"/>
          <p:cNvSpPr/>
          <p:nvPr/>
        </p:nvSpPr>
        <p:spPr>
          <a:xfrm rot="5400000">
            <a:off x="763475" y="3171600"/>
            <a:ext cx="3658500" cy="3658500"/>
          </a:xfrm>
          <a:prstGeom prst="blockArc">
            <a:avLst>
              <a:gd name="adj1" fmla="val 4302561"/>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1" name="Google Shape;2791;p32"/>
          <p:cNvGrpSpPr/>
          <p:nvPr/>
        </p:nvGrpSpPr>
        <p:grpSpPr>
          <a:xfrm flipH="1">
            <a:off x="-964754" y="4328167"/>
            <a:ext cx="2227588" cy="726522"/>
            <a:chOff x="5608450" y="1680311"/>
            <a:chExt cx="1039375" cy="338989"/>
          </a:xfrm>
        </p:grpSpPr>
        <p:sp>
          <p:nvSpPr>
            <p:cNvPr id="2792" name="Google Shape;2792;p32"/>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32"/>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32"/>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32"/>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32"/>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2"/>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2"/>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2"/>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2"/>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2"/>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2"/>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32"/>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32"/>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2"/>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2"/>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32"/>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32"/>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2"/>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2"/>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2"/>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2"/>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2"/>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2"/>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2"/>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2"/>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2"/>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2"/>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2"/>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2"/>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2"/>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2"/>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2"/>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2"/>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2"/>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2"/>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2"/>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8" name="Google Shape;2828;p32"/>
          <p:cNvGrpSpPr/>
          <p:nvPr/>
        </p:nvGrpSpPr>
        <p:grpSpPr>
          <a:xfrm rot="5400000">
            <a:off x="7826581" y="2680428"/>
            <a:ext cx="2227588" cy="726522"/>
            <a:chOff x="3857800" y="1143286"/>
            <a:chExt cx="1039375" cy="338989"/>
          </a:xfrm>
        </p:grpSpPr>
        <p:sp>
          <p:nvSpPr>
            <p:cNvPr id="2829" name="Google Shape;2829;p32"/>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2"/>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2"/>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2"/>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32"/>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32"/>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32"/>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2"/>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2"/>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2"/>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2"/>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2"/>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2"/>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32"/>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32"/>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32"/>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32"/>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2"/>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32"/>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2"/>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2"/>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2"/>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2"/>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2"/>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2"/>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2"/>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32"/>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32"/>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32"/>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32"/>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9" name="Google Shape;2859;p32"/>
          <p:cNvSpPr/>
          <p:nvPr/>
        </p:nvSpPr>
        <p:spPr>
          <a:xfrm>
            <a:off x="8227526" y="1449726"/>
            <a:ext cx="2458500" cy="2458500"/>
          </a:xfrm>
          <a:prstGeom prst="blockArc">
            <a:avLst>
              <a:gd name="adj1" fmla="val 4302561"/>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2860"/>
        <p:cNvGrpSpPr/>
        <p:nvPr/>
      </p:nvGrpSpPr>
      <p:grpSpPr>
        <a:xfrm>
          <a:off x="0" y="0"/>
          <a:ext cx="0" cy="0"/>
          <a:chOff x="0" y="0"/>
          <a:chExt cx="0" cy="0"/>
        </a:xfrm>
      </p:grpSpPr>
      <p:grpSp>
        <p:nvGrpSpPr>
          <p:cNvPr id="2861" name="Google Shape;2861;p33"/>
          <p:cNvGrpSpPr/>
          <p:nvPr/>
        </p:nvGrpSpPr>
        <p:grpSpPr>
          <a:xfrm rot="5400000">
            <a:off x="-616035" y="1407528"/>
            <a:ext cx="2227588" cy="726522"/>
            <a:chOff x="3857800" y="1143286"/>
            <a:chExt cx="1039375" cy="338989"/>
          </a:xfrm>
        </p:grpSpPr>
        <p:sp>
          <p:nvSpPr>
            <p:cNvPr id="2862" name="Google Shape;2862;p33"/>
            <p:cNvSpPr/>
            <p:nvPr/>
          </p:nvSpPr>
          <p:spPr>
            <a:xfrm>
              <a:off x="474923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3"/>
            <p:cNvSpPr/>
            <p:nvPr/>
          </p:nvSpPr>
          <p:spPr>
            <a:xfrm>
              <a:off x="483837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3"/>
            <p:cNvSpPr/>
            <p:nvPr/>
          </p:nvSpPr>
          <p:spPr>
            <a:xfrm>
              <a:off x="483837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3"/>
            <p:cNvSpPr/>
            <p:nvPr/>
          </p:nvSpPr>
          <p:spPr>
            <a:xfrm>
              <a:off x="4838375"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33"/>
            <p:cNvSpPr/>
            <p:nvPr/>
          </p:nvSpPr>
          <p:spPr>
            <a:xfrm>
              <a:off x="4660088"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33"/>
            <p:cNvSpPr/>
            <p:nvPr/>
          </p:nvSpPr>
          <p:spPr>
            <a:xfrm>
              <a:off x="4660088"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33"/>
            <p:cNvSpPr/>
            <p:nvPr/>
          </p:nvSpPr>
          <p:spPr>
            <a:xfrm>
              <a:off x="4481802"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33"/>
            <p:cNvSpPr/>
            <p:nvPr/>
          </p:nvSpPr>
          <p:spPr>
            <a:xfrm>
              <a:off x="4481802"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3"/>
            <p:cNvSpPr/>
            <p:nvPr/>
          </p:nvSpPr>
          <p:spPr>
            <a:xfrm>
              <a:off x="4481802"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3"/>
            <p:cNvSpPr/>
            <p:nvPr/>
          </p:nvSpPr>
          <p:spPr>
            <a:xfrm>
              <a:off x="4570945"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3"/>
            <p:cNvSpPr/>
            <p:nvPr/>
          </p:nvSpPr>
          <p:spPr>
            <a:xfrm>
              <a:off x="4570945"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3"/>
            <p:cNvSpPr/>
            <p:nvPr/>
          </p:nvSpPr>
          <p:spPr>
            <a:xfrm>
              <a:off x="439265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3"/>
            <p:cNvSpPr/>
            <p:nvPr/>
          </p:nvSpPr>
          <p:spPr>
            <a:xfrm>
              <a:off x="439265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3"/>
            <p:cNvSpPr/>
            <p:nvPr/>
          </p:nvSpPr>
          <p:spPr>
            <a:xfrm>
              <a:off x="4392659"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3"/>
            <p:cNvSpPr/>
            <p:nvPr/>
          </p:nvSpPr>
          <p:spPr>
            <a:xfrm>
              <a:off x="4214372"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33"/>
            <p:cNvSpPr/>
            <p:nvPr/>
          </p:nvSpPr>
          <p:spPr>
            <a:xfrm>
              <a:off x="430351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33"/>
            <p:cNvSpPr/>
            <p:nvPr/>
          </p:nvSpPr>
          <p:spPr>
            <a:xfrm>
              <a:off x="430351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33"/>
            <p:cNvSpPr/>
            <p:nvPr/>
          </p:nvSpPr>
          <p:spPr>
            <a:xfrm>
              <a:off x="4125229"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33"/>
            <p:cNvSpPr/>
            <p:nvPr/>
          </p:nvSpPr>
          <p:spPr>
            <a:xfrm>
              <a:off x="4125229"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33"/>
            <p:cNvSpPr/>
            <p:nvPr/>
          </p:nvSpPr>
          <p:spPr>
            <a:xfrm>
              <a:off x="4125229"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33"/>
            <p:cNvSpPr/>
            <p:nvPr/>
          </p:nvSpPr>
          <p:spPr>
            <a:xfrm>
              <a:off x="3946943"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3"/>
            <p:cNvSpPr/>
            <p:nvPr/>
          </p:nvSpPr>
          <p:spPr>
            <a:xfrm>
              <a:off x="3946943"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3"/>
            <p:cNvSpPr/>
            <p:nvPr/>
          </p:nvSpPr>
          <p:spPr>
            <a:xfrm>
              <a:off x="3946943"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3"/>
            <p:cNvSpPr/>
            <p:nvPr/>
          </p:nvSpPr>
          <p:spPr>
            <a:xfrm>
              <a:off x="4036086"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3"/>
            <p:cNvSpPr/>
            <p:nvPr/>
          </p:nvSpPr>
          <p:spPr>
            <a:xfrm>
              <a:off x="4036086"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33"/>
            <p:cNvSpPr/>
            <p:nvPr/>
          </p:nvSpPr>
          <p:spPr>
            <a:xfrm>
              <a:off x="4036086"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33"/>
            <p:cNvSpPr/>
            <p:nvPr/>
          </p:nvSpPr>
          <p:spPr>
            <a:xfrm>
              <a:off x="3857800" y="114328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33"/>
            <p:cNvSpPr/>
            <p:nvPr/>
          </p:nvSpPr>
          <p:spPr>
            <a:xfrm>
              <a:off x="3857800" y="123668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33"/>
            <p:cNvSpPr/>
            <p:nvPr/>
          </p:nvSpPr>
          <p:spPr>
            <a:xfrm>
              <a:off x="3857800" y="133007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33"/>
            <p:cNvSpPr/>
            <p:nvPr/>
          </p:nvSpPr>
          <p:spPr>
            <a:xfrm>
              <a:off x="3857800" y="142347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2" name="Google Shape;2892;p33"/>
          <p:cNvGrpSpPr/>
          <p:nvPr/>
        </p:nvGrpSpPr>
        <p:grpSpPr>
          <a:xfrm>
            <a:off x="8066680" y="3468728"/>
            <a:ext cx="2227589" cy="1527191"/>
            <a:chOff x="5519300" y="372750"/>
            <a:chExt cx="1039375" cy="712575"/>
          </a:xfrm>
        </p:grpSpPr>
        <p:sp>
          <p:nvSpPr>
            <p:cNvPr id="2893" name="Google Shape;2893;p33"/>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3"/>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3"/>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3"/>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3"/>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3"/>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33"/>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33"/>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3"/>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3"/>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3"/>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3"/>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3"/>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3"/>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3"/>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3"/>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3"/>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33"/>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33"/>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33"/>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33"/>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3"/>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3"/>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3"/>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3"/>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3"/>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3"/>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3"/>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3"/>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3"/>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3"/>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33"/>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33"/>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3"/>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3"/>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3"/>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3"/>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3"/>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33"/>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33"/>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33"/>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33"/>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3"/>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3"/>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3"/>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3"/>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3"/>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3"/>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3"/>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3"/>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3"/>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3"/>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3"/>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3"/>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3"/>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3"/>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3"/>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3"/>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3"/>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3"/>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3"/>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3"/>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3"/>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3"/>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3"/>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3"/>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3"/>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0" name="Google Shape;2960;p33"/>
          <p:cNvSpPr/>
          <p:nvPr/>
        </p:nvSpPr>
        <p:spPr>
          <a:xfrm rot="-5400000">
            <a:off x="-581151" y="-712325"/>
            <a:ext cx="1657800" cy="1657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3"/>
          <p:cNvSpPr/>
          <p:nvPr/>
        </p:nvSpPr>
        <p:spPr>
          <a:xfrm rot="-2158994">
            <a:off x="8445880" y="2488287"/>
            <a:ext cx="3063067" cy="3063067"/>
          </a:xfrm>
          <a:prstGeom prst="blockArc">
            <a:avLst>
              <a:gd name="adj1" fmla="val 5958233"/>
              <a:gd name="adj2" fmla="val 17463104"/>
              <a:gd name="adj3" fmla="val 15066"/>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100000">
              <a:schemeClr val="dk2"/>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75" y="445025"/>
            <a:ext cx="7717500" cy="740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1pPr>
            <a:lvl2pPr lvl="1">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2pPr>
            <a:lvl3pPr lvl="2">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3pPr>
            <a:lvl4pPr lvl="3">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4pPr>
            <a:lvl5pPr lvl="4">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5pPr>
            <a:lvl6pPr lvl="5">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6pPr>
            <a:lvl7pPr lvl="6">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7pPr>
            <a:lvl8pPr lvl="7">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8pPr>
            <a:lvl9pPr lvl="8">
              <a:spcBef>
                <a:spcPts val="0"/>
              </a:spcBef>
              <a:spcAft>
                <a:spcPts val="0"/>
              </a:spcAft>
              <a:buClr>
                <a:schemeClr val="dk1"/>
              </a:buClr>
              <a:buSzPts val="3600"/>
              <a:buFont typeface="Alumni Sans Pinstripe"/>
              <a:buNone/>
              <a:defRPr sz="3600" b="1">
                <a:solidFill>
                  <a:schemeClr val="dk1"/>
                </a:solidFill>
                <a:latin typeface="Alumni Sans Pinstripe"/>
                <a:ea typeface="Alumni Sans Pinstripe"/>
                <a:cs typeface="Alumni Sans Pinstripe"/>
                <a:sym typeface="Alumni Sans Pinstripe"/>
              </a:defRPr>
            </a:lvl9pPr>
          </a:lstStyle>
          <a:p>
            <a:endParaRPr/>
          </a:p>
        </p:txBody>
      </p:sp>
      <p:sp>
        <p:nvSpPr>
          <p:cNvPr id="7" name="Google Shape;7;p1"/>
          <p:cNvSpPr txBox="1">
            <a:spLocks noGrp="1"/>
          </p:cNvSpPr>
          <p:nvPr>
            <p:ph type="body" idx="1"/>
          </p:nvPr>
        </p:nvSpPr>
        <p:spPr>
          <a:xfrm>
            <a:off x="71327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1pPr>
            <a:lvl2pPr marL="914400" lvl="1"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2pPr>
            <a:lvl3pPr marL="1371600" lvl="2"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3pPr>
            <a:lvl4pPr marL="1828800" lvl="3"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4pPr>
            <a:lvl5pPr marL="2286000" lvl="4"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5pPr>
            <a:lvl6pPr marL="2743200" lvl="5"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6pPr>
            <a:lvl7pPr marL="3200400" lvl="6"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7pPr>
            <a:lvl8pPr marL="3657600" lvl="7"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8pPr>
            <a:lvl9pPr marL="4114800" lvl="8" indent="-3175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4" r:id="rId4"/>
    <p:sldLayoutId id="2147483656" r:id="rId5"/>
    <p:sldLayoutId id="2147483658" r:id="rId6"/>
    <p:sldLayoutId id="2147483659" r:id="rId7"/>
    <p:sldLayoutId id="2147483660" r:id="rId8"/>
    <p:sldLayoutId id="2147483661" r:id="rId9"/>
    <p:sldLayoutId id="2147483663" r:id="rId10"/>
    <p:sldLayoutId id="2147483669" r:id="rId11"/>
    <p:sldLayoutId id="2147483671" r:id="rId12"/>
    <p:sldLayoutId id="2147483672" r:id="rId13"/>
    <p:sldLayoutId id="2147483676" r:id="rId14"/>
    <p:sldLayoutId id="2147483678" r:id="rId15"/>
    <p:sldLayoutId id="2147483679"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8.png"/><Relationship Id="rId7" Type="http://schemas.openxmlformats.org/officeDocument/2006/relationships/diagramQuickStyle" Target="../diagrams/quickStyle2.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png"/><Relationship Id="rId9" Type="http://schemas.microsoft.com/office/2007/relationships/diagramDrawing" Target="../diagrams/drawing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4.jpeg"/><Relationship Id="rId3" Type="http://schemas.openxmlformats.org/officeDocument/2006/relationships/image" Target="../media/image14.png"/><Relationship Id="rId7" Type="http://schemas.openxmlformats.org/officeDocument/2006/relationships/image" Target="../media/image18.jpeg"/><Relationship Id="rId12"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7.jpeg"/><Relationship Id="rId11" Type="http://schemas.openxmlformats.org/officeDocument/2006/relationships/image" Target="../media/image22.jpeg"/><Relationship Id="rId5" Type="http://schemas.openxmlformats.org/officeDocument/2006/relationships/image" Target="../media/image16.jpe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jpeg"/><Relationship Id="rId1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88"/>
        <p:cNvGrpSpPr/>
        <p:nvPr/>
      </p:nvGrpSpPr>
      <p:grpSpPr>
        <a:xfrm>
          <a:off x="0" y="0"/>
          <a:ext cx="0" cy="0"/>
          <a:chOff x="0" y="0"/>
          <a:chExt cx="0" cy="0"/>
        </a:xfrm>
      </p:grpSpPr>
      <p:grpSp>
        <p:nvGrpSpPr>
          <p:cNvPr id="3090" name="Google Shape;3090;p38"/>
          <p:cNvGrpSpPr/>
          <p:nvPr/>
        </p:nvGrpSpPr>
        <p:grpSpPr>
          <a:xfrm>
            <a:off x="251783" y="4096069"/>
            <a:ext cx="2227588" cy="726522"/>
            <a:chOff x="3799000" y="1820400"/>
            <a:chExt cx="1039375" cy="338989"/>
          </a:xfrm>
        </p:grpSpPr>
        <p:sp>
          <p:nvSpPr>
            <p:cNvPr id="3091" name="Google Shape;3091;p38"/>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8"/>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8"/>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8"/>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8"/>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8"/>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8"/>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8"/>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8"/>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8"/>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8"/>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8"/>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8"/>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8"/>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8"/>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8"/>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8"/>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8"/>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8"/>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8"/>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1" name="Google Shape;3111;p38"/>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8"/>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8"/>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8"/>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8"/>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8"/>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8"/>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8"/>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8"/>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8"/>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8"/>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8"/>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8"/>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8"/>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8"/>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8"/>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7" name="Google Shape;3127;p38"/>
          <p:cNvGrpSpPr/>
          <p:nvPr/>
        </p:nvGrpSpPr>
        <p:grpSpPr>
          <a:xfrm>
            <a:off x="2374531" y="-1877848"/>
            <a:ext cx="745392" cy="771458"/>
            <a:chOff x="3962987" y="1472625"/>
            <a:chExt cx="316663" cy="327750"/>
          </a:xfrm>
        </p:grpSpPr>
        <p:grpSp>
          <p:nvGrpSpPr>
            <p:cNvPr id="3128" name="Google Shape;3128;p38"/>
            <p:cNvGrpSpPr/>
            <p:nvPr/>
          </p:nvGrpSpPr>
          <p:grpSpPr>
            <a:xfrm>
              <a:off x="3962987" y="1472625"/>
              <a:ext cx="316663" cy="58800"/>
              <a:chOff x="3962987" y="1472625"/>
              <a:chExt cx="316663" cy="58800"/>
            </a:xfrm>
          </p:grpSpPr>
          <p:sp>
            <p:nvSpPr>
              <p:cNvPr id="3129" name="Google Shape;3129;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3" name="Google Shape;3133;p38"/>
            <p:cNvGrpSpPr/>
            <p:nvPr/>
          </p:nvGrpSpPr>
          <p:grpSpPr>
            <a:xfrm>
              <a:off x="3962987" y="1562275"/>
              <a:ext cx="316663" cy="58800"/>
              <a:chOff x="3962987" y="1472625"/>
              <a:chExt cx="316663" cy="58800"/>
            </a:xfrm>
          </p:grpSpPr>
          <p:sp>
            <p:nvSpPr>
              <p:cNvPr id="3134" name="Google Shape;3134;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8" name="Google Shape;3138;p38"/>
            <p:cNvGrpSpPr/>
            <p:nvPr/>
          </p:nvGrpSpPr>
          <p:grpSpPr>
            <a:xfrm>
              <a:off x="3962987" y="1651925"/>
              <a:ext cx="316663" cy="58800"/>
              <a:chOff x="3962987" y="1472625"/>
              <a:chExt cx="316663" cy="58800"/>
            </a:xfrm>
          </p:grpSpPr>
          <p:sp>
            <p:nvSpPr>
              <p:cNvPr id="3139" name="Google Shape;3139;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3" name="Google Shape;3143;p38"/>
            <p:cNvGrpSpPr/>
            <p:nvPr/>
          </p:nvGrpSpPr>
          <p:grpSpPr>
            <a:xfrm>
              <a:off x="3962987" y="1741575"/>
              <a:ext cx="316663" cy="58800"/>
              <a:chOff x="3962987" y="1472625"/>
              <a:chExt cx="316663" cy="58800"/>
            </a:xfrm>
          </p:grpSpPr>
          <p:sp>
            <p:nvSpPr>
              <p:cNvPr id="3144" name="Google Shape;3144;p38"/>
              <p:cNvSpPr/>
              <p:nvPr/>
            </p:nvSpPr>
            <p:spPr>
              <a:xfrm>
                <a:off x="4220850"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8"/>
              <p:cNvSpPr/>
              <p:nvPr/>
            </p:nvSpPr>
            <p:spPr>
              <a:xfrm>
                <a:off x="4134896"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8"/>
              <p:cNvSpPr/>
              <p:nvPr/>
            </p:nvSpPr>
            <p:spPr>
              <a:xfrm>
                <a:off x="4048941"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8"/>
              <p:cNvSpPr/>
              <p:nvPr/>
            </p:nvSpPr>
            <p:spPr>
              <a:xfrm>
                <a:off x="3962987" y="14726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49" name="Google Shape;3149;p38"/>
          <p:cNvSpPr txBox="1">
            <a:spLocks noGrp="1"/>
          </p:cNvSpPr>
          <p:nvPr>
            <p:ph type="subTitle" idx="1"/>
          </p:nvPr>
        </p:nvSpPr>
        <p:spPr>
          <a:xfrm>
            <a:off x="6567188" y="3227896"/>
            <a:ext cx="2739541" cy="90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400" b="1" u="sng" dirty="0"/>
              <a:t>R</a:t>
            </a:r>
            <a:r>
              <a:rPr lang="en" sz="1400" b="1" u="sng" dirty="0"/>
              <a:t>édigé par :</a:t>
            </a:r>
          </a:p>
          <a:p>
            <a:pPr marL="0" lvl="0" indent="0" algn="l" rtl="0">
              <a:spcBef>
                <a:spcPts val="0"/>
              </a:spcBef>
              <a:spcAft>
                <a:spcPts val="0"/>
              </a:spcAft>
              <a:buNone/>
            </a:pPr>
            <a:r>
              <a:rPr lang="en" sz="1400" dirty="0">
                <a:latin typeface="Arial Narrow" panose="020B0606020202030204" pitchFamily="34" charset="0"/>
              </a:rPr>
              <a:t>Ahmadou Baba MORBA</a:t>
            </a:r>
          </a:p>
          <a:p>
            <a:pPr marL="0" lvl="0" indent="0" algn="l" rtl="0">
              <a:spcBef>
                <a:spcPts val="0"/>
              </a:spcBef>
              <a:spcAft>
                <a:spcPts val="0"/>
              </a:spcAft>
              <a:buNone/>
            </a:pPr>
            <a:r>
              <a:rPr lang="en" sz="1400" dirty="0">
                <a:latin typeface="Arial Narrow" panose="020B0606020202030204" pitchFamily="34" charset="0"/>
              </a:rPr>
              <a:t>Hamid Saleh OUMAR </a:t>
            </a:r>
          </a:p>
          <a:p>
            <a:pPr marL="0" lvl="0" indent="0" algn="r" rtl="0">
              <a:spcBef>
                <a:spcPts val="0"/>
              </a:spcBef>
              <a:spcAft>
                <a:spcPts val="0"/>
              </a:spcAft>
              <a:buNone/>
            </a:pPr>
            <a:endParaRPr lang="en" dirty="0"/>
          </a:p>
          <a:p>
            <a:pPr marL="0" lvl="0" indent="0" algn="r" rtl="0">
              <a:spcBef>
                <a:spcPts val="0"/>
              </a:spcBef>
              <a:spcAft>
                <a:spcPts val="0"/>
              </a:spcAft>
              <a:buNone/>
            </a:pPr>
            <a:endParaRPr dirty="0"/>
          </a:p>
        </p:txBody>
      </p:sp>
      <p:pic>
        <p:nvPicPr>
          <p:cNvPr id="3152" name="Google Shape;3152;p38"/>
          <p:cNvPicPr preferRelativeResize="0"/>
          <p:nvPr/>
        </p:nvPicPr>
        <p:blipFill>
          <a:blip r:embed="rId3">
            <a:alphaModFix/>
          </a:blip>
          <a:stretch>
            <a:fillRect/>
          </a:stretch>
        </p:blipFill>
        <p:spPr>
          <a:xfrm>
            <a:off x="474843" y="1731798"/>
            <a:ext cx="923250" cy="1217750"/>
          </a:xfrm>
          <a:prstGeom prst="rect">
            <a:avLst/>
          </a:prstGeom>
          <a:noFill/>
          <a:ln>
            <a:noFill/>
          </a:ln>
        </p:spPr>
      </p:pic>
      <p:pic>
        <p:nvPicPr>
          <p:cNvPr id="3153" name="Google Shape;3153;p38"/>
          <p:cNvPicPr preferRelativeResize="0"/>
          <p:nvPr/>
        </p:nvPicPr>
        <p:blipFill>
          <a:blip r:embed="rId4">
            <a:alphaModFix/>
          </a:blip>
          <a:stretch>
            <a:fillRect/>
          </a:stretch>
        </p:blipFill>
        <p:spPr>
          <a:xfrm>
            <a:off x="1434848" y="2550864"/>
            <a:ext cx="1662625" cy="1740800"/>
          </a:xfrm>
          <a:prstGeom prst="rect">
            <a:avLst/>
          </a:prstGeom>
          <a:noFill/>
          <a:ln>
            <a:noFill/>
          </a:ln>
        </p:spPr>
      </p:pic>
      <p:sp>
        <p:nvSpPr>
          <p:cNvPr id="2" name="ZoneTexte 1">
            <a:extLst>
              <a:ext uri="{FF2B5EF4-FFF2-40B4-BE49-F238E27FC236}">
                <a16:creationId xmlns:a16="http://schemas.microsoft.com/office/drawing/2014/main" id="{B3CFF541-35A2-46E8-B663-B9A2581946DB}"/>
              </a:ext>
            </a:extLst>
          </p:cNvPr>
          <p:cNvSpPr txBox="1"/>
          <p:nvPr/>
        </p:nvSpPr>
        <p:spPr>
          <a:xfrm>
            <a:off x="4363666" y="3361227"/>
            <a:ext cx="2170232" cy="523220"/>
          </a:xfrm>
          <a:prstGeom prst="rect">
            <a:avLst/>
          </a:prstGeom>
          <a:noFill/>
        </p:spPr>
        <p:txBody>
          <a:bodyPr wrap="square" rtlCol="0">
            <a:spAutoFit/>
          </a:bodyPr>
          <a:lstStyle/>
          <a:p>
            <a:r>
              <a:rPr lang="fr-FR" sz="1400" b="1" u="sng" dirty="0">
                <a:solidFill>
                  <a:schemeClr val="tx1"/>
                </a:solidFill>
                <a:latin typeface="Advent Pro" panose="020B0604020202020204" charset="0"/>
              </a:rPr>
              <a:t>Encadré par</a:t>
            </a:r>
            <a:r>
              <a:rPr lang="fr-FR" sz="1400" u="sng" dirty="0">
                <a:solidFill>
                  <a:schemeClr val="tx1"/>
                </a:solidFill>
                <a:latin typeface="Advent Pro" panose="020B0604020202020204" charset="0"/>
              </a:rPr>
              <a:t> :</a:t>
            </a:r>
          </a:p>
          <a:p>
            <a:r>
              <a:rPr lang="fr-FR" sz="1400" dirty="0">
                <a:solidFill>
                  <a:schemeClr val="tx1"/>
                </a:solidFill>
                <a:latin typeface="Arial Narrow" panose="020B0606020202030204" pitchFamily="34" charset="0"/>
              </a:rPr>
              <a:t>Pr. Mme. FETJAH Leila</a:t>
            </a:r>
          </a:p>
        </p:txBody>
      </p:sp>
      <p:sp>
        <p:nvSpPr>
          <p:cNvPr id="3" name="ZoneTexte 2">
            <a:extLst>
              <a:ext uri="{FF2B5EF4-FFF2-40B4-BE49-F238E27FC236}">
                <a16:creationId xmlns:a16="http://schemas.microsoft.com/office/drawing/2014/main" id="{6193E089-4AE6-4C68-A93F-81D7F5CE0C9A}"/>
              </a:ext>
            </a:extLst>
          </p:cNvPr>
          <p:cNvSpPr txBox="1"/>
          <p:nvPr/>
        </p:nvSpPr>
        <p:spPr>
          <a:xfrm>
            <a:off x="4365871" y="3926904"/>
            <a:ext cx="1961784" cy="738664"/>
          </a:xfrm>
          <a:prstGeom prst="rect">
            <a:avLst/>
          </a:prstGeom>
          <a:noFill/>
        </p:spPr>
        <p:txBody>
          <a:bodyPr wrap="square" rtlCol="0">
            <a:spAutoFit/>
          </a:bodyPr>
          <a:lstStyle/>
          <a:p>
            <a:r>
              <a:rPr lang="fr-FR" b="1" i="0" u="sng" strike="noStrike" dirty="0" err="1">
                <a:solidFill>
                  <a:schemeClr val="tx1"/>
                </a:solidFill>
                <a:effectLst/>
                <a:latin typeface="Advent Pro" panose="020B0604020202020204" charset="0"/>
              </a:rPr>
              <a:t>Members</a:t>
            </a:r>
            <a:r>
              <a:rPr lang="fr-FR" b="1" i="0" u="sng" strike="noStrike" dirty="0">
                <a:solidFill>
                  <a:schemeClr val="tx1"/>
                </a:solidFill>
                <a:effectLst/>
                <a:latin typeface="Advent Pro" panose="020B0604020202020204" charset="0"/>
              </a:rPr>
              <a:t> de Jury:</a:t>
            </a:r>
          </a:p>
          <a:p>
            <a:r>
              <a:rPr lang="fr-FR" b="1" u="sng" dirty="0">
                <a:solidFill>
                  <a:schemeClr val="tx1"/>
                </a:solidFill>
                <a:latin typeface="Advent Pro" panose="020B0604020202020204" charset="0"/>
              </a:rPr>
              <a:t>      </a:t>
            </a:r>
            <a:endParaRPr lang="fr-FR" b="1" i="0" u="sng" strike="noStrike" dirty="0">
              <a:solidFill>
                <a:schemeClr val="tx1"/>
              </a:solidFill>
              <a:effectLst/>
              <a:latin typeface="Advent Pro" panose="020B0604020202020204" charset="0"/>
            </a:endParaRPr>
          </a:p>
          <a:p>
            <a:pPr marL="285750" indent="-285750">
              <a:buFont typeface="Courier New" panose="02070309020205020404" pitchFamily="49" charset="0"/>
              <a:buChar char="o"/>
            </a:pPr>
            <a:endParaRPr lang="fr-FR" u="sng" dirty="0">
              <a:solidFill>
                <a:schemeClr val="tx1"/>
              </a:solidFill>
              <a:latin typeface="Advent Pro" panose="020B0604020202020204" charset="0"/>
            </a:endParaRPr>
          </a:p>
        </p:txBody>
      </p:sp>
      <p:pic>
        <p:nvPicPr>
          <p:cNvPr id="7" name="Image 6">
            <a:extLst>
              <a:ext uri="{FF2B5EF4-FFF2-40B4-BE49-F238E27FC236}">
                <a16:creationId xmlns:a16="http://schemas.microsoft.com/office/drawing/2014/main" id="{7AE0CAA8-141E-4136-999A-7E758407E558}"/>
              </a:ext>
            </a:extLst>
          </p:cNvPr>
          <p:cNvPicPr>
            <a:picLocks noChangeAspect="1"/>
          </p:cNvPicPr>
          <p:nvPr/>
        </p:nvPicPr>
        <p:blipFill>
          <a:blip r:embed="rId5"/>
          <a:stretch>
            <a:fillRect/>
          </a:stretch>
        </p:blipFill>
        <p:spPr>
          <a:xfrm>
            <a:off x="6786498" y="126244"/>
            <a:ext cx="2136237" cy="909346"/>
          </a:xfrm>
          <a:prstGeom prst="rect">
            <a:avLst/>
          </a:prstGeom>
        </p:spPr>
      </p:pic>
      <p:sp>
        <p:nvSpPr>
          <p:cNvPr id="3148" name="Google Shape;3148;p38"/>
          <p:cNvSpPr txBox="1">
            <a:spLocks noGrp="1"/>
          </p:cNvSpPr>
          <p:nvPr>
            <p:ph type="ctrTitle"/>
          </p:nvPr>
        </p:nvSpPr>
        <p:spPr>
          <a:xfrm>
            <a:off x="1214693" y="1600340"/>
            <a:ext cx="6522309" cy="114611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3200" dirty="0"/>
              <a:t>Développement d'un Système de Détection d'Intrusions Basé sur l'Apprentissage Automatique pour Réseaux Informatiques</a:t>
            </a:r>
            <a:endParaRPr sz="3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2000" fill="hold"/>
                                        <p:tgtEl>
                                          <p:spTgt spid="3148"/>
                                        </p:tgtEl>
                                      </p:cBhvr>
                                      <p:by x="150000" y="150000"/>
                                    </p:animScale>
                                  </p:childTnLst>
                                </p:cTn>
                              </p:par>
                              <p:par>
                                <p:cTn id="7" presetID="31" presetClass="entr" presetSubtype="0" fill="hold" grpId="0" nodeType="withEffect">
                                  <p:stCondLst>
                                    <p:cond delay="0"/>
                                  </p:stCondLst>
                                  <p:childTnLst>
                                    <p:set>
                                      <p:cBhvr>
                                        <p:cTn id="8" dur="1" fill="hold">
                                          <p:stCondLst>
                                            <p:cond delay="0"/>
                                          </p:stCondLst>
                                        </p:cTn>
                                        <p:tgtEl>
                                          <p:spTgt spid="3149">
                                            <p:txEl>
                                              <p:pRg st="0" end="0"/>
                                            </p:txEl>
                                          </p:spTgt>
                                        </p:tgtEl>
                                        <p:attrNameLst>
                                          <p:attrName>style.visibility</p:attrName>
                                        </p:attrNameLst>
                                      </p:cBhvr>
                                      <p:to>
                                        <p:strVal val="visible"/>
                                      </p:to>
                                    </p:set>
                                    <p:anim calcmode="lin" valueType="num">
                                      <p:cBhvr>
                                        <p:cTn id="9" dur="1000" fill="hold"/>
                                        <p:tgtEl>
                                          <p:spTgt spid="3149">
                                            <p:txEl>
                                              <p:pRg st="0" end="0"/>
                                            </p:txEl>
                                          </p:spTgt>
                                        </p:tgtEl>
                                        <p:attrNameLst>
                                          <p:attrName>ppt_w</p:attrName>
                                        </p:attrNameLst>
                                      </p:cBhvr>
                                      <p:tavLst>
                                        <p:tav tm="0">
                                          <p:val>
                                            <p:fltVal val="0"/>
                                          </p:val>
                                        </p:tav>
                                        <p:tav tm="100000">
                                          <p:val>
                                            <p:strVal val="#ppt_w"/>
                                          </p:val>
                                        </p:tav>
                                      </p:tavLst>
                                    </p:anim>
                                    <p:anim calcmode="lin" valueType="num">
                                      <p:cBhvr>
                                        <p:cTn id="10" dur="1000" fill="hold"/>
                                        <p:tgtEl>
                                          <p:spTgt spid="3149">
                                            <p:txEl>
                                              <p:pRg st="0" end="0"/>
                                            </p:txEl>
                                          </p:spTgt>
                                        </p:tgtEl>
                                        <p:attrNameLst>
                                          <p:attrName>ppt_h</p:attrName>
                                        </p:attrNameLst>
                                      </p:cBhvr>
                                      <p:tavLst>
                                        <p:tav tm="0">
                                          <p:val>
                                            <p:fltVal val="0"/>
                                          </p:val>
                                        </p:tav>
                                        <p:tav tm="100000">
                                          <p:val>
                                            <p:strVal val="#ppt_h"/>
                                          </p:val>
                                        </p:tav>
                                      </p:tavLst>
                                    </p:anim>
                                    <p:anim calcmode="lin" valueType="num">
                                      <p:cBhvr>
                                        <p:cTn id="11" dur="1000" fill="hold"/>
                                        <p:tgtEl>
                                          <p:spTgt spid="3149">
                                            <p:txEl>
                                              <p:pRg st="0" end="0"/>
                                            </p:txEl>
                                          </p:spTgt>
                                        </p:tgtEl>
                                        <p:attrNameLst>
                                          <p:attrName>style.rotation</p:attrName>
                                        </p:attrNameLst>
                                      </p:cBhvr>
                                      <p:tavLst>
                                        <p:tav tm="0">
                                          <p:val>
                                            <p:fltVal val="90"/>
                                          </p:val>
                                        </p:tav>
                                        <p:tav tm="100000">
                                          <p:val>
                                            <p:fltVal val="0"/>
                                          </p:val>
                                        </p:tav>
                                      </p:tavLst>
                                    </p:anim>
                                    <p:animEffect transition="in" filter="fade">
                                      <p:cBhvr>
                                        <p:cTn id="12" dur="1000"/>
                                        <p:tgtEl>
                                          <p:spTgt spid="314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3149">
                                            <p:txEl>
                                              <p:pRg st="1" end="1"/>
                                            </p:txEl>
                                          </p:spTgt>
                                        </p:tgtEl>
                                        <p:attrNameLst>
                                          <p:attrName>style.visibility</p:attrName>
                                        </p:attrNameLst>
                                      </p:cBhvr>
                                      <p:to>
                                        <p:strVal val="visible"/>
                                      </p:to>
                                    </p:set>
                                    <p:anim calcmode="lin" valueType="num">
                                      <p:cBhvr>
                                        <p:cTn id="17" dur="1000" fill="hold"/>
                                        <p:tgtEl>
                                          <p:spTgt spid="3149">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3149">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3149">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314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3149">
                                            <p:txEl>
                                              <p:pRg st="2" end="2"/>
                                            </p:txEl>
                                          </p:spTgt>
                                        </p:tgtEl>
                                        <p:attrNameLst>
                                          <p:attrName>style.visibility</p:attrName>
                                        </p:attrNameLst>
                                      </p:cBhvr>
                                      <p:to>
                                        <p:strVal val="visible"/>
                                      </p:to>
                                    </p:set>
                                    <p:anim calcmode="lin" valueType="num">
                                      <p:cBhvr>
                                        <p:cTn id="25" dur="1000" fill="hold"/>
                                        <p:tgtEl>
                                          <p:spTgt spid="3149">
                                            <p:txEl>
                                              <p:pRg st="2" end="2"/>
                                            </p:txEl>
                                          </p:spTgt>
                                        </p:tgtEl>
                                        <p:attrNameLst>
                                          <p:attrName>ppt_w</p:attrName>
                                        </p:attrNameLst>
                                      </p:cBhvr>
                                      <p:tavLst>
                                        <p:tav tm="0">
                                          <p:val>
                                            <p:fltVal val="0"/>
                                          </p:val>
                                        </p:tav>
                                        <p:tav tm="100000">
                                          <p:val>
                                            <p:strVal val="#ppt_w"/>
                                          </p:val>
                                        </p:tav>
                                      </p:tavLst>
                                    </p:anim>
                                    <p:anim calcmode="lin" valueType="num">
                                      <p:cBhvr>
                                        <p:cTn id="26" dur="1000" fill="hold"/>
                                        <p:tgtEl>
                                          <p:spTgt spid="3149">
                                            <p:txEl>
                                              <p:pRg st="2" end="2"/>
                                            </p:txEl>
                                          </p:spTgt>
                                        </p:tgtEl>
                                        <p:attrNameLst>
                                          <p:attrName>ppt_h</p:attrName>
                                        </p:attrNameLst>
                                      </p:cBhvr>
                                      <p:tavLst>
                                        <p:tav tm="0">
                                          <p:val>
                                            <p:fltVal val="0"/>
                                          </p:val>
                                        </p:tav>
                                        <p:tav tm="100000">
                                          <p:val>
                                            <p:strVal val="#ppt_h"/>
                                          </p:val>
                                        </p:tav>
                                      </p:tavLst>
                                    </p:anim>
                                    <p:anim calcmode="lin" valueType="num">
                                      <p:cBhvr>
                                        <p:cTn id="27" dur="1000" fill="hold"/>
                                        <p:tgtEl>
                                          <p:spTgt spid="3149">
                                            <p:txEl>
                                              <p:pRg st="2" end="2"/>
                                            </p:txEl>
                                          </p:spTgt>
                                        </p:tgtEl>
                                        <p:attrNameLst>
                                          <p:attrName>style.rotation</p:attrName>
                                        </p:attrNameLst>
                                      </p:cBhvr>
                                      <p:tavLst>
                                        <p:tav tm="0">
                                          <p:val>
                                            <p:fltVal val="90"/>
                                          </p:val>
                                        </p:tav>
                                        <p:tav tm="100000">
                                          <p:val>
                                            <p:fltVal val="0"/>
                                          </p:val>
                                        </p:tav>
                                      </p:tavLst>
                                    </p:anim>
                                    <p:animEffect transition="in" filter="fade">
                                      <p:cBhvr>
                                        <p:cTn id="28" dur="1000"/>
                                        <p:tgtEl>
                                          <p:spTgt spid="31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9" grpId="0" build="p"/>
      <p:bldP spid="314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95000">
              <a:schemeClr val="lt1"/>
            </a:gs>
            <a:gs pos="100000">
              <a:schemeClr val="dk2"/>
            </a:gs>
          </a:gsLst>
          <a:path path="circle">
            <a:fillToRect l="100000" b="100000"/>
          </a:path>
          <a:tileRect t="-100000" r="-100000"/>
        </a:gradFill>
        <a:effectLst/>
      </p:bgPr>
    </p:bg>
    <p:spTree>
      <p:nvGrpSpPr>
        <p:cNvPr id="1" name="Shape 3180"/>
        <p:cNvGrpSpPr/>
        <p:nvPr/>
      </p:nvGrpSpPr>
      <p:grpSpPr>
        <a:xfrm>
          <a:off x="0" y="0"/>
          <a:ext cx="0" cy="0"/>
          <a:chOff x="0" y="0"/>
          <a:chExt cx="0" cy="0"/>
        </a:xfrm>
      </p:grpSpPr>
      <p:sp>
        <p:nvSpPr>
          <p:cNvPr id="3181" name="Google Shape;3181;p40"/>
          <p:cNvSpPr/>
          <p:nvPr/>
        </p:nvSpPr>
        <p:spPr>
          <a:xfrm>
            <a:off x="4712297" y="2486286"/>
            <a:ext cx="759355" cy="72067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3182" name="Google Shape;3182;p40"/>
          <p:cNvSpPr/>
          <p:nvPr/>
        </p:nvSpPr>
        <p:spPr>
          <a:xfrm>
            <a:off x="5098286" y="1157016"/>
            <a:ext cx="678023" cy="581655"/>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3185" name="Google Shape;3185;p40"/>
          <p:cNvSpPr txBox="1">
            <a:spLocks noGrp="1"/>
          </p:cNvSpPr>
          <p:nvPr>
            <p:ph type="title"/>
          </p:nvPr>
        </p:nvSpPr>
        <p:spPr>
          <a:xfrm>
            <a:off x="932586" y="337347"/>
            <a:ext cx="4137369" cy="80211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4000" b="1" i="0" u="none" strike="noStrike" dirty="0">
                <a:solidFill>
                  <a:schemeClr val="tx1"/>
                </a:solidFill>
                <a:effectLst/>
                <a:latin typeface="Algerian" panose="04020705040A02060702" pitchFamily="82" charset="0"/>
              </a:rPr>
              <a:t>Plan</a:t>
            </a:r>
            <a:endParaRPr sz="5400" dirty="0">
              <a:solidFill>
                <a:schemeClr val="tx1"/>
              </a:solidFill>
              <a:latin typeface="Algerian" panose="04020705040A02060702" pitchFamily="82" charset="0"/>
            </a:endParaRPr>
          </a:p>
        </p:txBody>
      </p:sp>
      <p:sp>
        <p:nvSpPr>
          <p:cNvPr id="3188" name="Google Shape;3188;p40"/>
          <p:cNvSpPr txBox="1">
            <a:spLocks noGrp="1"/>
          </p:cNvSpPr>
          <p:nvPr>
            <p:ph type="title" idx="3"/>
          </p:nvPr>
        </p:nvSpPr>
        <p:spPr>
          <a:xfrm>
            <a:off x="5797805" y="810722"/>
            <a:ext cx="3461770" cy="430350"/>
          </a:xfrm>
          <a:prstGeom prst="rect">
            <a:avLst/>
          </a:prstGeom>
        </p:spPr>
        <p:txBody>
          <a:bodyPr spcFirstLastPara="1" wrap="square" lIns="91425" tIns="91425" rIns="91425" bIns="91425" anchor="b" anchorCtr="0">
            <a:noAutofit/>
          </a:bodyPr>
          <a:lstStyle/>
          <a:p>
            <a:pPr lvl="0" rtl="0"/>
            <a:r>
              <a:rPr lang="fr-FR" sz="2000" dirty="0">
                <a:solidFill>
                  <a:schemeClr val="tx1"/>
                </a:solidFill>
                <a:latin typeface="Alumni Sans Pinstripe" panose="020B0604020202020204" charset="0"/>
                <a:ea typeface="Calibri" panose="020F0502020204030204" pitchFamily="34" charset="0"/>
                <a:cs typeface="Arial" panose="020B0604020202020204" pitchFamily="34" charset="0"/>
              </a:rPr>
              <a:t>Introduction</a:t>
            </a:r>
            <a:endParaRPr lang="fr-FR" sz="2800" dirty="0">
              <a:solidFill>
                <a:schemeClr val="tx1"/>
              </a:solidFill>
              <a:effectLst/>
              <a:latin typeface="Alumni Sans Pinstripe" panose="020B0604020202020204" charset="0"/>
              <a:ea typeface="Times New Roman" panose="02020603050405020304" pitchFamily="18" charset="0"/>
            </a:endParaRPr>
          </a:p>
        </p:txBody>
      </p:sp>
      <p:sp>
        <p:nvSpPr>
          <p:cNvPr id="3189" name="Google Shape;3189;p40"/>
          <p:cNvSpPr txBox="1">
            <a:spLocks noGrp="1"/>
          </p:cNvSpPr>
          <p:nvPr>
            <p:ph type="subTitle" idx="4"/>
          </p:nvPr>
        </p:nvSpPr>
        <p:spPr>
          <a:xfrm>
            <a:off x="5829299" y="1151283"/>
            <a:ext cx="2109600" cy="1043993"/>
          </a:xfrm>
          <a:prstGeom prst="rect">
            <a:avLst/>
          </a:prstGeom>
        </p:spPr>
        <p:txBody>
          <a:bodyPr spcFirstLastPara="1" wrap="square" lIns="91425" tIns="91425" rIns="91425" bIns="91425" anchor="t" anchorCtr="0">
            <a:noAutofit/>
          </a:bodyPr>
          <a:lstStyle/>
          <a:p>
            <a:pPr>
              <a:lnSpc>
                <a:spcPct val="107000"/>
              </a:lnSpc>
              <a:spcBef>
                <a:spcPts val="200"/>
              </a:spcBef>
              <a:buFont typeface="Arial" panose="020B0604020202020204" pitchFamily="34" charset="0"/>
              <a:buChar char="•"/>
            </a:pPr>
            <a:r>
              <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Problématique</a:t>
            </a:r>
          </a:p>
          <a:p>
            <a:pPr>
              <a:lnSpc>
                <a:spcPct val="107000"/>
              </a:lnSpc>
              <a:spcBef>
                <a:spcPts val="200"/>
              </a:spcBef>
              <a:buFont typeface="Arial" panose="020B0604020202020204" pitchFamily="34" charset="0"/>
              <a:buChar char="•"/>
            </a:pPr>
            <a:r>
              <a:rPr lang="fr-FR" sz="1200" dirty="0">
                <a:solidFill>
                  <a:schemeClr val="tx1"/>
                </a:solidFill>
                <a:effectLst/>
                <a:latin typeface="Advent Pro" panose="020B0604020202020204" charset="0"/>
                <a:ea typeface="Calibri" panose="020F0502020204030204" pitchFamily="34" charset="0"/>
                <a:cs typeface="Arial" panose="020B0604020202020204" pitchFamily="34" charset="0"/>
              </a:rPr>
              <a:t>Solution Proposée</a:t>
            </a:r>
            <a:endPar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endParaRPr>
          </a:p>
        </p:txBody>
      </p:sp>
      <p:sp>
        <p:nvSpPr>
          <p:cNvPr id="3190" name="Google Shape;3190;p40"/>
          <p:cNvSpPr txBox="1">
            <a:spLocks noGrp="1"/>
          </p:cNvSpPr>
          <p:nvPr>
            <p:ph type="title" idx="5"/>
          </p:nvPr>
        </p:nvSpPr>
        <p:spPr>
          <a:xfrm>
            <a:off x="777928" y="1436988"/>
            <a:ext cx="3914315"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sz="2000" dirty="0">
                <a:effectLst/>
                <a:latin typeface="Alumni Sans Pinstripe" panose="020B0604020202020204" charset="0"/>
                <a:ea typeface="Calibri" panose="020F0502020204030204" pitchFamily="34" charset="0"/>
                <a:cs typeface="Arial" panose="020B0604020202020204" pitchFamily="34" charset="0"/>
              </a:rPr>
              <a:t>Système de Détection d'Intrusions (IDS)</a:t>
            </a:r>
            <a:endParaRPr sz="2800" dirty="0">
              <a:latin typeface="Alumni Sans Pinstripe" panose="020B0604020202020204" charset="0"/>
            </a:endParaRPr>
          </a:p>
        </p:txBody>
      </p:sp>
      <p:sp>
        <p:nvSpPr>
          <p:cNvPr id="3191" name="Google Shape;3191;p40"/>
          <p:cNvSpPr txBox="1">
            <a:spLocks noGrp="1"/>
          </p:cNvSpPr>
          <p:nvPr>
            <p:ph type="subTitle" idx="6"/>
          </p:nvPr>
        </p:nvSpPr>
        <p:spPr>
          <a:xfrm>
            <a:off x="1189782" y="1794140"/>
            <a:ext cx="4032113" cy="1377812"/>
          </a:xfrm>
          <a:prstGeom prst="rect">
            <a:avLst/>
          </a:prstGeom>
        </p:spPr>
        <p:txBody>
          <a:bodyPr spcFirstLastPara="1" wrap="square" lIns="91425" tIns="91425" rIns="91425" bIns="91425" anchor="t" anchorCtr="0">
            <a:noAutofit/>
          </a:bodyPr>
          <a:lstStyle/>
          <a:p>
            <a:pPr marL="266700" lvl="0" indent="-174625" rtl="0">
              <a:spcBef>
                <a:spcPts val="0"/>
              </a:spcBef>
              <a:spcAft>
                <a:spcPts val="0"/>
              </a:spcAft>
              <a:buFont typeface="Arial" panose="020B0604020202020204" pitchFamily="34" charset="0"/>
              <a:buChar char="•"/>
            </a:pPr>
            <a:r>
              <a:rPr lang="fr-FR" sz="1200" dirty="0">
                <a:effectLst/>
                <a:latin typeface="Advent Pro" panose="020B0604020202020204" charset="0"/>
                <a:ea typeface="Calibri" panose="020F0502020204030204" pitchFamily="34" charset="0"/>
                <a:cs typeface="Arial" panose="020B0604020202020204" pitchFamily="34" charset="0"/>
              </a:rPr>
              <a:t>Définition IDS (système de détection d'intrusions)</a:t>
            </a:r>
          </a:p>
          <a:p>
            <a:pPr marL="266700" lvl="0" indent="-174625" algn="l" rtl="0">
              <a:spcBef>
                <a:spcPts val="0"/>
              </a:spcBef>
              <a:spcAft>
                <a:spcPts val="0"/>
              </a:spcAft>
              <a:buFont typeface="Arial" panose="020B0604020202020204" pitchFamily="34" charset="0"/>
              <a:buChar char="•"/>
            </a:pPr>
            <a:r>
              <a:rPr lang="fr-FR" sz="1200" dirty="0">
                <a:effectLst/>
                <a:latin typeface="Advent Pro" panose="020B0604020202020204" charset="0"/>
                <a:ea typeface="Calibri" panose="020F0502020204030204" pitchFamily="34" charset="0"/>
                <a:cs typeface="Arial" panose="020B0604020202020204" pitchFamily="34" charset="0"/>
              </a:rPr>
              <a:t> Classification des IDS</a:t>
            </a:r>
          </a:p>
          <a:p>
            <a:pPr marL="266700" lvl="0" indent="-174625" algn="l" rtl="0">
              <a:spcBef>
                <a:spcPts val="0"/>
              </a:spcBef>
              <a:spcAft>
                <a:spcPts val="0"/>
              </a:spcAft>
              <a:buFont typeface="Arial" panose="020B0604020202020204" pitchFamily="34" charset="0"/>
              <a:buChar char="•"/>
            </a:pPr>
            <a:r>
              <a:rPr lang="fr-FR" sz="1200" dirty="0">
                <a:effectLst/>
                <a:latin typeface="Advent Pro" panose="020B0604020202020204" charset="0"/>
                <a:ea typeface="Calibri" panose="020F0502020204030204" pitchFamily="34" charset="0"/>
                <a:cs typeface="Arial" panose="020B0604020202020204" pitchFamily="34" charset="0"/>
              </a:rPr>
              <a:t> Méthodes de détection  </a:t>
            </a:r>
          </a:p>
          <a:p>
            <a:pPr marL="266700" indent="-174625">
              <a:buFont typeface="Arial" panose="020B0604020202020204" pitchFamily="34" charset="0"/>
              <a:buChar char="•"/>
            </a:pPr>
            <a:r>
              <a:rPr lang="fr-FR" sz="1200" dirty="0">
                <a:effectLst/>
                <a:latin typeface="Advent Pro" panose="020B0604020202020204" charset="0"/>
                <a:ea typeface="Calibri" panose="020F0502020204030204" pitchFamily="34" charset="0"/>
                <a:cs typeface="Arial" panose="020B0604020202020204" pitchFamily="34" charset="0"/>
              </a:rPr>
              <a:t>Avantage</a:t>
            </a:r>
            <a:r>
              <a:rPr lang="fr-FR" sz="1200" dirty="0">
                <a:latin typeface="Advent Pro" panose="020B0604020202020204" charset="0"/>
                <a:ea typeface="Calibri" panose="020F0502020204030204" pitchFamily="34" charset="0"/>
                <a:cs typeface="Arial" panose="020B0604020202020204" pitchFamily="34" charset="0"/>
              </a:rPr>
              <a:t>s des </a:t>
            </a:r>
            <a:r>
              <a:rPr lang="fr-FR" sz="1200" dirty="0">
                <a:effectLst/>
                <a:latin typeface="Advent Pro" panose="020B0604020202020204" charset="0"/>
                <a:ea typeface="Calibri" panose="020F0502020204030204" pitchFamily="34" charset="0"/>
                <a:cs typeface="Arial" panose="020B0604020202020204" pitchFamily="34" charset="0"/>
              </a:rPr>
              <a:t>IDS</a:t>
            </a:r>
          </a:p>
          <a:p>
            <a:pPr marL="266700" indent="-174625">
              <a:buFont typeface="Arial" panose="020B0604020202020204" pitchFamily="34" charset="0"/>
              <a:buChar char="•"/>
            </a:pPr>
            <a:r>
              <a:rPr lang="fr-FR" sz="1200" dirty="0">
                <a:effectLst/>
                <a:latin typeface="Advent Pro" panose="020B0604020202020204" charset="0"/>
                <a:ea typeface="Calibri" panose="020F0502020204030204" pitchFamily="34" charset="0"/>
                <a:cs typeface="Arial" panose="020B0604020202020204" pitchFamily="34" charset="0"/>
              </a:rPr>
              <a:t>Les limites des IDS</a:t>
            </a:r>
          </a:p>
        </p:txBody>
      </p:sp>
      <p:sp>
        <p:nvSpPr>
          <p:cNvPr id="3192" name="Google Shape;3192;p40"/>
          <p:cNvSpPr txBox="1">
            <a:spLocks noGrp="1"/>
          </p:cNvSpPr>
          <p:nvPr>
            <p:ph type="title" idx="7"/>
          </p:nvPr>
        </p:nvSpPr>
        <p:spPr>
          <a:xfrm>
            <a:off x="5369660" y="2186324"/>
            <a:ext cx="4032113" cy="52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2000" dirty="0">
                <a:effectLst/>
                <a:latin typeface="Alumni Sans Pinstripe" panose="020B0604020202020204" charset="0"/>
                <a:ea typeface="Calibri" panose="020F0502020204030204" pitchFamily="34" charset="0"/>
                <a:cs typeface="Arial" panose="020B0604020202020204" pitchFamily="34" charset="0"/>
              </a:rPr>
              <a:t>apprentissage automatique</a:t>
            </a:r>
            <a:endParaRPr sz="2800" dirty="0">
              <a:latin typeface="Alumni Sans Pinstripe" panose="020B0604020202020204" charset="0"/>
            </a:endParaRPr>
          </a:p>
        </p:txBody>
      </p:sp>
      <p:sp>
        <p:nvSpPr>
          <p:cNvPr id="3193" name="Google Shape;3193;p40"/>
          <p:cNvSpPr txBox="1">
            <a:spLocks noGrp="1"/>
          </p:cNvSpPr>
          <p:nvPr>
            <p:ph type="subTitle" idx="8"/>
          </p:nvPr>
        </p:nvSpPr>
        <p:spPr>
          <a:xfrm>
            <a:off x="5451995" y="2567478"/>
            <a:ext cx="3567932" cy="1183182"/>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Définir l'Apprentissage Automatique</a:t>
            </a:r>
          </a:p>
          <a:p>
            <a:pPr marL="285750" indent="-285750">
              <a:buFont typeface="Arial" panose="020B0604020202020204" pitchFamily="34" charset="0"/>
              <a:buChar char="•"/>
            </a:pPr>
            <a:r>
              <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Catégories d'Apprentissage Automatique</a:t>
            </a:r>
          </a:p>
          <a:p>
            <a:pPr marL="285750" indent="-285750">
              <a:buFont typeface="Arial" panose="020B0604020202020204" pitchFamily="34" charset="0"/>
              <a:buChar char="•"/>
            </a:pPr>
            <a:r>
              <a:rPr lang="fr-FR" sz="1200" dirty="0">
                <a:solidFill>
                  <a:schemeClr val="tx1"/>
                </a:solidFill>
                <a:latin typeface="Advent Pro" panose="020B0604020202020204" charset="0"/>
                <a:ea typeface="Times New Roman" panose="02020603050405020304" pitchFamily="18" charset="0"/>
                <a:cs typeface="Times New Roman" panose="02020603050405020304" pitchFamily="18" charset="0"/>
              </a:rPr>
              <a:t>Modèles d’apprentissage Automatique</a:t>
            </a:r>
            <a:endPar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Résultats des Modèles d'Apprentissage Automatique</a:t>
            </a:r>
          </a:p>
          <a:p>
            <a:pPr marL="285750" indent="-285750">
              <a:buFont typeface="Arial" panose="020B0604020202020204" pitchFamily="34" charset="0"/>
              <a:buChar char="•"/>
            </a:pPr>
            <a:r>
              <a:rPr lang="fr-FR" sz="1200" dirty="0"/>
              <a:t>Avantages des IDS basé sur l’apprentissage automatique</a:t>
            </a:r>
            <a:endParaRPr lang="fr-FR" sz="12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endParaRPr>
          </a:p>
        </p:txBody>
      </p:sp>
      <p:sp>
        <p:nvSpPr>
          <p:cNvPr id="3195" name="Google Shape;3195;p40"/>
          <p:cNvSpPr txBox="1">
            <a:spLocks noGrp="1"/>
          </p:cNvSpPr>
          <p:nvPr>
            <p:ph type="title" idx="13"/>
          </p:nvPr>
        </p:nvSpPr>
        <p:spPr>
          <a:xfrm>
            <a:off x="548787" y="1813657"/>
            <a:ext cx="813900" cy="48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02</a:t>
            </a:r>
            <a:endParaRPr sz="2800" dirty="0"/>
          </a:p>
        </p:txBody>
      </p:sp>
      <p:sp>
        <p:nvSpPr>
          <p:cNvPr id="3196" name="Google Shape;3196;p40"/>
          <p:cNvSpPr txBox="1">
            <a:spLocks noGrp="1"/>
          </p:cNvSpPr>
          <p:nvPr>
            <p:ph type="title" idx="14"/>
          </p:nvPr>
        </p:nvSpPr>
        <p:spPr>
          <a:xfrm>
            <a:off x="5098287" y="1241072"/>
            <a:ext cx="663410" cy="4467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01</a:t>
            </a:r>
            <a:endParaRPr sz="2800" dirty="0"/>
          </a:p>
        </p:txBody>
      </p:sp>
      <p:sp>
        <p:nvSpPr>
          <p:cNvPr id="3197" name="Google Shape;3197;p40"/>
          <p:cNvSpPr txBox="1">
            <a:spLocks noGrp="1"/>
          </p:cNvSpPr>
          <p:nvPr>
            <p:ph type="title" idx="15"/>
          </p:nvPr>
        </p:nvSpPr>
        <p:spPr>
          <a:xfrm>
            <a:off x="4683512" y="2572960"/>
            <a:ext cx="8139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03</a:t>
            </a:r>
            <a:endParaRPr sz="2800" dirty="0"/>
          </a:p>
        </p:txBody>
      </p:sp>
      <p:sp>
        <p:nvSpPr>
          <p:cNvPr id="25" name="Google Shape;3192;p40">
            <a:extLst>
              <a:ext uri="{FF2B5EF4-FFF2-40B4-BE49-F238E27FC236}">
                <a16:creationId xmlns:a16="http://schemas.microsoft.com/office/drawing/2014/main" id="{281D80A7-2081-4382-9991-751AD15B02F8}"/>
              </a:ext>
            </a:extLst>
          </p:cNvPr>
          <p:cNvSpPr txBox="1">
            <a:spLocks/>
          </p:cNvSpPr>
          <p:nvPr/>
        </p:nvSpPr>
        <p:spPr>
          <a:xfrm>
            <a:off x="4897626" y="3720101"/>
            <a:ext cx="21096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umni Sans Pinstripe"/>
              <a:buNone/>
              <a:defRPr sz="2400" b="1" i="0" u="none" strike="noStrike" cap="none">
                <a:solidFill>
                  <a:schemeClr val="dk1"/>
                </a:solidFill>
                <a:latin typeface="Alumni Sans Pinstripe"/>
                <a:ea typeface="Alumni Sans Pinstripe"/>
                <a:cs typeface="Alumni Sans Pinstripe"/>
                <a:sym typeface="Alumni Sans Pinstripe"/>
              </a:defRPr>
            </a:lvl1pPr>
            <a:lvl2pPr marR="0" lvl="1"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2pPr>
            <a:lvl3pPr marR="0" lvl="2"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3pPr>
            <a:lvl4pPr marR="0" lvl="3"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4pPr>
            <a:lvl5pPr marR="0" lvl="4"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5pPr>
            <a:lvl6pPr marR="0" lvl="5"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6pPr>
            <a:lvl7pPr marR="0" lvl="6"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7pPr>
            <a:lvl8pPr marR="0" lvl="7"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8pPr>
            <a:lvl9pPr marR="0" lvl="8"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9pPr>
          </a:lstStyle>
          <a:p>
            <a:r>
              <a:rPr lang="fr-FR" sz="2000" dirty="0"/>
              <a:t>CONCLUSION</a:t>
            </a:r>
          </a:p>
        </p:txBody>
      </p:sp>
      <p:sp>
        <p:nvSpPr>
          <p:cNvPr id="28" name="Google Shape;3194;p40">
            <a:extLst>
              <a:ext uri="{FF2B5EF4-FFF2-40B4-BE49-F238E27FC236}">
                <a16:creationId xmlns:a16="http://schemas.microsoft.com/office/drawing/2014/main" id="{25FCB86E-D9FE-4610-9E56-CB223D16B7FE}"/>
              </a:ext>
            </a:extLst>
          </p:cNvPr>
          <p:cNvSpPr txBox="1">
            <a:spLocks/>
          </p:cNvSpPr>
          <p:nvPr/>
        </p:nvSpPr>
        <p:spPr>
          <a:xfrm>
            <a:off x="1542737" y="3297906"/>
            <a:ext cx="813300" cy="480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4"/>
              </a:buClr>
              <a:buSzPts val="4800"/>
              <a:buFont typeface="Alumni Sans Pinstripe"/>
              <a:buNone/>
              <a:defRPr sz="3000" b="1" i="0" u="none" strike="noStrike" cap="none">
                <a:solidFill>
                  <a:schemeClr val="dk1"/>
                </a:solidFill>
                <a:latin typeface="Alumni Sans Pinstripe"/>
                <a:ea typeface="Alumni Sans Pinstripe"/>
                <a:cs typeface="Alumni Sans Pinstripe"/>
                <a:sym typeface="Alumni Sans Pinstripe"/>
              </a:defRPr>
            </a:lvl1pPr>
            <a:lvl2pPr marR="0" lvl="1"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2pPr>
            <a:lvl3pPr marR="0" lvl="2"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3pPr>
            <a:lvl4pPr marR="0" lvl="3"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4pPr>
            <a:lvl5pPr marR="0" lvl="4"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5pPr>
            <a:lvl6pPr marR="0" lvl="5"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6pPr>
            <a:lvl7pPr marR="0" lvl="6"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7pPr>
            <a:lvl8pPr marR="0" lvl="7"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8pPr>
            <a:lvl9pPr marR="0" lvl="8"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9pPr>
          </a:lstStyle>
          <a:p>
            <a:r>
              <a:rPr lang="en" sz="2800" dirty="0"/>
              <a:t>04</a:t>
            </a:r>
          </a:p>
        </p:txBody>
      </p:sp>
      <p:sp>
        <p:nvSpPr>
          <p:cNvPr id="29" name="Google Shape;3184;p40">
            <a:extLst>
              <a:ext uri="{FF2B5EF4-FFF2-40B4-BE49-F238E27FC236}">
                <a16:creationId xmlns:a16="http://schemas.microsoft.com/office/drawing/2014/main" id="{9DA134B7-BA1D-45C1-9E6F-0AB66C88993A}"/>
              </a:ext>
            </a:extLst>
          </p:cNvPr>
          <p:cNvSpPr/>
          <p:nvPr/>
        </p:nvSpPr>
        <p:spPr>
          <a:xfrm>
            <a:off x="1584275" y="3247153"/>
            <a:ext cx="707744" cy="615601"/>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33" name="Google Shape;3184;p40">
            <a:extLst>
              <a:ext uri="{FF2B5EF4-FFF2-40B4-BE49-F238E27FC236}">
                <a16:creationId xmlns:a16="http://schemas.microsoft.com/office/drawing/2014/main" id="{D110727A-B891-4927-B9C3-2C18400BAD4C}"/>
              </a:ext>
            </a:extLst>
          </p:cNvPr>
          <p:cNvSpPr/>
          <p:nvPr/>
        </p:nvSpPr>
        <p:spPr>
          <a:xfrm>
            <a:off x="593837" y="1765874"/>
            <a:ext cx="712034" cy="63267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pic>
        <p:nvPicPr>
          <p:cNvPr id="26" name="Google Shape;3153;p38">
            <a:extLst>
              <a:ext uri="{FF2B5EF4-FFF2-40B4-BE49-F238E27FC236}">
                <a16:creationId xmlns:a16="http://schemas.microsoft.com/office/drawing/2014/main" id="{99B48C88-9D52-47BB-ACEE-A97E1A7C4DBA}"/>
              </a:ext>
            </a:extLst>
          </p:cNvPr>
          <p:cNvPicPr preferRelativeResize="0"/>
          <p:nvPr/>
        </p:nvPicPr>
        <p:blipFill>
          <a:blip r:embed="rId3">
            <a:alphaModFix/>
          </a:blip>
          <a:stretch>
            <a:fillRect/>
          </a:stretch>
        </p:blipFill>
        <p:spPr>
          <a:xfrm>
            <a:off x="7197945" y="3611039"/>
            <a:ext cx="1662625" cy="1740800"/>
          </a:xfrm>
          <a:prstGeom prst="rect">
            <a:avLst/>
          </a:prstGeom>
          <a:noFill/>
          <a:ln>
            <a:noFill/>
          </a:ln>
        </p:spPr>
      </p:pic>
      <p:sp>
        <p:nvSpPr>
          <p:cNvPr id="19" name="Google Shape;3184;p40">
            <a:extLst>
              <a:ext uri="{FF2B5EF4-FFF2-40B4-BE49-F238E27FC236}">
                <a16:creationId xmlns:a16="http://schemas.microsoft.com/office/drawing/2014/main" id="{DC1CAB5B-4755-4D21-B21F-664AB724D646}"/>
              </a:ext>
            </a:extLst>
          </p:cNvPr>
          <p:cNvSpPr/>
          <p:nvPr/>
        </p:nvSpPr>
        <p:spPr>
          <a:xfrm>
            <a:off x="4135135" y="3642971"/>
            <a:ext cx="707744" cy="615601"/>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dirty="0"/>
          </a:p>
        </p:txBody>
      </p:sp>
      <p:sp>
        <p:nvSpPr>
          <p:cNvPr id="20" name="Google Shape;3194;p40">
            <a:extLst>
              <a:ext uri="{FF2B5EF4-FFF2-40B4-BE49-F238E27FC236}">
                <a16:creationId xmlns:a16="http://schemas.microsoft.com/office/drawing/2014/main" id="{A8B700BA-4108-4C74-B63A-37B544E8AF15}"/>
              </a:ext>
            </a:extLst>
          </p:cNvPr>
          <p:cNvSpPr txBox="1">
            <a:spLocks/>
          </p:cNvSpPr>
          <p:nvPr/>
        </p:nvSpPr>
        <p:spPr>
          <a:xfrm>
            <a:off x="4058987" y="3702723"/>
            <a:ext cx="813300" cy="480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4"/>
              </a:buClr>
              <a:buSzPts val="4800"/>
              <a:buFont typeface="Alumni Sans Pinstripe"/>
              <a:buNone/>
              <a:defRPr sz="3000" b="1" i="0" u="none" strike="noStrike" cap="none">
                <a:solidFill>
                  <a:schemeClr val="dk1"/>
                </a:solidFill>
                <a:latin typeface="Alumni Sans Pinstripe"/>
                <a:ea typeface="Alumni Sans Pinstripe"/>
                <a:cs typeface="Alumni Sans Pinstripe"/>
                <a:sym typeface="Alumni Sans Pinstripe"/>
              </a:defRPr>
            </a:lvl1pPr>
            <a:lvl2pPr marR="0" lvl="1"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2pPr>
            <a:lvl3pPr marR="0" lvl="2"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3pPr>
            <a:lvl4pPr marR="0" lvl="3"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4pPr>
            <a:lvl5pPr marR="0" lvl="4"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5pPr>
            <a:lvl6pPr marR="0" lvl="5"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6pPr>
            <a:lvl7pPr marR="0" lvl="6"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7pPr>
            <a:lvl8pPr marR="0" lvl="7"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8pPr>
            <a:lvl9pPr marR="0" lvl="8" algn="ctr" rtl="0">
              <a:lnSpc>
                <a:spcPct val="100000"/>
              </a:lnSpc>
              <a:spcBef>
                <a:spcPts val="0"/>
              </a:spcBef>
              <a:spcAft>
                <a:spcPts val="0"/>
              </a:spcAft>
              <a:buClr>
                <a:schemeClr val="accent4"/>
              </a:buClr>
              <a:buSzPts val="4800"/>
              <a:buFont typeface="Alumni Sans Pinstripe"/>
              <a:buNone/>
              <a:defRPr sz="4800" b="1" i="0" u="none" strike="noStrike" cap="none">
                <a:solidFill>
                  <a:schemeClr val="accent4"/>
                </a:solidFill>
                <a:latin typeface="Alumni Sans Pinstripe"/>
                <a:ea typeface="Alumni Sans Pinstripe"/>
                <a:cs typeface="Alumni Sans Pinstripe"/>
                <a:sym typeface="Alumni Sans Pinstripe"/>
              </a:defRPr>
            </a:lvl9pPr>
          </a:lstStyle>
          <a:p>
            <a:r>
              <a:rPr lang="en" sz="2800" dirty="0"/>
              <a:t>05</a:t>
            </a:r>
          </a:p>
        </p:txBody>
      </p:sp>
      <p:sp>
        <p:nvSpPr>
          <p:cNvPr id="21" name="Google Shape;3192;p40">
            <a:extLst>
              <a:ext uri="{FF2B5EF4-FFF2-40B4-BE49-F238E27FC236}">
                <a16:creationId xmlns:a16="http://schemas.microsoft.com/office/drawing/2014/main" id="{6D74EF6C-18F9-43C0-A790-61ACA2EF85C8}"/>
              </a:ext>
            </a:extLst>
          </p:cNvPr>
          <p:cNvSpPr txBox="1">
            <a:spLocks/>
          </p:cNvSpPr>
          <p:nvPr/>
        </p:nvSpPr>
        <p:spPr>
          <a:xfrm>
            <a:off x="2232848" y="3143005"/>
            <a:ext cx="2109600" cy="52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umni Sans Pinstripe"/>
              <a:buNone/>
              <a:defRPr sz="2400" b="1" i="0" u="none" strike="noStrike" cap="none">
                <a:solidFill>
                  <a:schemeClr val="dk1"/>
                </a:solidFill>
                <a:latin typeface="Alumni Sans Pinstripe"/>
                <a:ea typeface="Alumni Sans Pinstripe"/>
                <a:cs typeface="Alumni Sans Pinstripe"/>
                <a:sym typeface="Alumni Sans Pinstripe"/>
              </a:defRPr>
            </a:lvl1pPr>
            <a:lvl2pPr marR="0" lvl="1"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2pPr>
            <a:lvl3pPr marR="0" lvl="2"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3pPr>
            <a:lvl4pPr marR="0" lvl="3"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4pPr>
            <a:lvl5pPr marR="0" lvl="4"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5pPr>
            <a:lvl6pPr marR="0" lvl="5"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6pPr>
            <a:lvl7pPr marR="0" lvl="6"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7pPr>
            <a:lvl8pPr marR="0" lvl="7"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8pPr>
            <a:lvl9pPr marR="0" lvl="8" algn="ctr" rtl="0">
              <a:lnSpc>
                <a:spcPct val="100000"/>
              </a:lnSpc>
              <a:spcBef>
                <a:spcPts val="0"/>
              </a:spcBef>
              <a:spcAft>
                <a:spcPts val="0"/>
              </a:spcAft>
              <a:buClr>
                <a:schemeClr val="dk1"/>
              </a:buClr>
              <a:buSzPts val="2500"/>
              <a:buFont typeface="Alumni Sans Pinstripe"/>
              <a:buNone/>
              <a:defRPr sz="2500" b="1" i="0" u="none" strike="noStrike" cap="none">
                <a:solidFill>
                  <a:schemeClr val="dk1"/>
                </a:solidFill>
                <a:latin typeface="Alumni Sans Pinstripe"/>
                <a:ea typeface="Alumni Sans Pinstripe"/>
                <a:cs typeface="Alumni Sans Pinstripe"/>
                <a:sym typeface="Alumni Sans Pinstripe"/>
              </a:defRPr>
            </a:lvl9pPr>
          </a:lstStyle>
          <a:p>
            <a:r>
              <a:rPr lang="fr-FR" sz="2000" dirty="0"/>
              <a:t>Réalisation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F7BCF-2EFD-4853-8D0E-F42537B4250B}"/>
              </a:ext>
            </a:extLst>
          </p:cNvPr>
          <p:cNvSpPr>
            <a:spLocks noGrp="1"/>
          </p:cNvSpPr>
          <p:nvPr>
            <p:ph type="title"/>
          </p:nvPr>
        </p:nvSpPr>
        <p:spPr>
          <a:xfrm>
            <a:off x="3842054" y="2865804"/>
            <a:ext cx="4793456" cy="992982"/>
          </a:xfrm>
        </p:spPr>
        <p:txBody>
          <a:bodyPr/>
          <a:lstStyle/>
          <a:p>
            <a:r>
              <a:rPr lang="fr-FR" altLang="en-GB" sz="4800" dirty="0"/>
              <a:t>Introduction</a:t>
            </a:r>
            <a:r>
              <a:rPr lang="fr-FR" altLang="en-GB" sz="2400" dirty="0"/>
              <a:t> </a:t>
            </a:r>
            <a:endParaRPr lang="fr-FR" dirty="0"/>
          </a:p>
        </p:txBody>
      </p:sp>
      <p:sp>
        <p:nvSpPr>
          <p:cNvPr id="5" name="TextBox 4">
            <a:extLst>
              <a:ext uri="{FF2B5EF4-FFF2-40B4-BE49-F238E27FC236}">
                <a16:creationId xmlns:a16="http://schemas.microsoft.com/office/drawing/2014/main" id="{2B80396B-6E5C-4273-97CF-59CE816B3854}"/>
              </a:ext>
            </a:extLst>
          </p:cNvPr>
          <p:cNvSpPr txBox="1"/>
          <p:nvPr/>
        </p:nvSpPr>
        <p:spPr>
          <a:xfrm>
            <a:off x="2682478" y="2625329"/>
            <a:ext cx="771524" cy="984885"/>
          </a:xfrm>
          <a:prstGeom prst="rect">
            <a:avLst/>
          </a:prstGeom>
          <a:noFill/>
        </p:spPr>
        <p:txBody>
          <a:bodyPr wrap="square">
            <a:spAutoFit/>
          </a:bodyPr>
          <a:lstStyle/>
          <a:p>
            <a:r>
              <a:rPr lang="fr-FR" sz="1800" dirty="0">
                <a:solidFill>
                  <a:schemeClr val="tx1"/>
                </a:solidFill>
              </a:rPr>
              <a:t>  </a:t>
            </a:r>
            <a:r>
              <a:rPr lang="fr-FR" sz="4000" dirty="0">
                <a:solidFill>
                  <a:schemeClr val="tx1"/>
                </a:solidFill>
              </a:rPr>
              <a:t>01 </a:t>
            </a:r>
            <a:endParaRPr lang="fr-FR" sz="1400" dirty="0">
              <a:solidFill>
                <a:schemeClr val="tx1"/>
              </a:solidFill>
            </a:endParaRPr>
          </a:p>
        </p:txBody>
      </p:sp>
      <p:sp>
        <p:nvSpPr>
          <p:cNvPr id="6" name="Google Shape;3561;p43">
            <a:extLst>
              <a:ext uri="{FF2B5EF4-FFF2-40B4-BE49-F238E27FC236}">
                <a16:creationId xmlns:a16="http://schemas.microsoft.com/office/drawing/2014/main" id="{B47E0418-3937-4C17-A4BC-2ECF0A162682}"/>
              </a:ext>
            </a:extLst>
          </p:cNvPr>
          <p:cNvSpPr/>
          <p:nvPr/>
        </p:nvSpPr>
        <p:spPr>
          <a:xfrm>
            <a:off x="2450306" y="2625329"/>
            <a:ext cx="1235869" cy="1364456"/>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 name="Google Shape;3581;p43">
            <a:extLst>
              <a:ext uri="{FF2B5EF4-FFF2-40B4-BE49-F238E27FC236}">
                <a16:creationId xmlns:a16="http://schemas.microsoft.com/office/drawing/2014/main" id="{C9796AA3-780B-4E81-92A7-73911ED0A5EF}"/>
              </a:ext>
            </a:extLst>
          </p:cNvPr>
          <p:cNvPicPr preferRelativeResize="0"/>
          <p:nvPr/>
        </p:nvPicPr>
        <p:blipFill>
          <a:blip r:embed="rId2">
            <a:alphaModFix/>
          </a:blip>
          <a:stretch>
            <a:fillRect/>
          </a:stretch>
        </p:blipFill>
        <p:spPr>
          <a:xfrm>
            <a:off x="3898923" y="506252"/>
            <a:ext cx="1397893" cy="1843800"/>
          </a:xfrm>
          <a:prstGeom prst="rect">
            <a:avLst/>
          </a:prstGeom>
          <a:noFill/>
          <a:ln>
            <a:noFill/>
          </a:ln>
        </p:spPr>
      </p:pic>
      <p:pic>
        <p:nvPicPr>
          <p:cNvPr id="8" name="Google Shape;3583;p43">
            <a:extLst>
              <a:ext uri="{FF2B5EF4-FFF2-40B4-BE49-F238E27FC236}">
                <a16:creationId xmlns:a16="http://schemas.microsoft.com/office/drawing/2014/main" id="{919D5C2F-959F-46F5-A380-A13B83B5219B}"/>
              </a:ext>
            </a:extLst>
          </p:cNvPr>
          <p:cNvPicPr preferRelativeResize="0"/>
          <p:nvPr/>
        </p:nvPicPr>
        <p:blipFill>
          <a:blip r:embed="rId3">
            <a:alphaModFix/>
          </a:blip>
          <a:stretch>
            <a:fillRect/>
          </a:stretch>
        </p:blipFill>
        <p:spPr>
          <a:xfrm>
            <a:off x="2999927" y="579315"/>
            <a:ext cx="908150" cy="1148800"/>
          </a:xfrm>
          <a:prstGeom prst="rect">
            <a:avLst/>
          </a:prstGeom>
          <a:noFill/>
          <a:ln>
            <a:noFill/>
          </a:ln>
        </p:spPr>
      </p:pic>
      <p:pic>
        <p:nvPicPr>
          <p:cNvPr id="9" name="Google Shape;3566;p43">
            <a:extLst>
              <a:ext uri="{FF2B5EF4-FFF2-40B4-BE49-F238E27FC236}">
                <a16:creationId xmlns:a16="http://schemas.microsoft.com/office/drawing/2014/main" id="{E5A0882D-0543-49D1-B4A6-72ECC24E50FD}"/>
              </a:ext>
            </a:extLst>
          </p:cNvPr>
          <p:cNvPicPr preferRelativeResize="0"/>
          <p:nvPr/>
        </p:nvPicPr>
        <p:blipFill>
          <a:blip r:embed="rId4">
            <a:alphaModFix/>
          </a:blip>
          <a:stretch>
            <a:fillRect/>
          </a:stretch>
        </p:blipFill>
        <p:spPr>
          <a:xfrm>
            <a:off x="3779044" y="1968590"/>
            <a:ext cx="841225" cy="603160"/>
          </a:xfrm>
          <a:prstGeom prst="rect">
            <a:avLst/>
          </a:prstGeom>
          <a:noFill/>
          <a:ln>
            <a:noFill/>
          </a:ln>
        </p:spPr>
      </p:pic>
      <p:pic>
        <p:nvPicPr>
          <p:cNvPr id="10" name="Google Shape;3565;p43">
            <a:extLst>
              <a:ext uri="{FF2B5EF4-FFF2-40B4-BE49-F238E27FC236}">
                <a16:creationId xmlns:a16="http://schemas.microsoft.com/office/drawing/2014/main" id="{8D916D59-FBB0-4C7D-9D4E-758292C4E7D7}"/>
              </a:ext>
            </a:extLst>
          </p:cNvPr>
          <p:cNvPicPr preferRelativeResize="0"/>
          <p:nvPr/>
        </p:nvPicPr>
        <p:blipFill>
          <a:blip r:embed="rId4">
            <a:alphaModFix/>
          </a:blip>
          <a:stretch>
            <a:fillRect/>
          </a:stretch>
        </p:blipFill>
        <p:spPr>
          <a:xfrm>
            <a:off x="5058952" y="384485"/>
            <a:ext cx="1602225" cy="1148801"/>
          </a:xfrm>
          <a:prstGeom prst="rect">
            <a:avLst/>
          </a:prstGeom>
          <a:noFill/>
          <a:ln>
            <a:noFill/>
          </a:ln>
        </p:spPr>
      </p:pic>
      <p:pic>
        <p:nvPicPr>
          <p:cNvPr id="11" name="Google Shape;3565;p43">
            <a:extLst>
              <a:ext uri="{FF2B5EF4-FFF2-40B4-BE49-F238E27FC236}">
                <a16:creationId xmlns:a16="http://schemas.microsoft.com/office/drawing/2014/main" id="{724F8C14-D636-4D09-8905-692618CDB40F}"/>
              </a:ext>
            </a:extLst>
          </p:cNvPr>
          <p:cNvPicPr preferRelativeResize="0"/>
          <p:nvPr/>
        </p:nvPicPr>
        <p:blipFill>
          <a:blip r:embed="rId4">
            <a:alphaModFix/>
          </a:blip>
          <a:stretch>
            <a:fillRect/>
          </a:stretch>
        </p:blipFill>
        <p:spPr>
          <a:xfrm>
            <a:off x="4888887" y="1476528"/>
            <a:ext cx="1602225" cy="1148801"/>
          </a:xfrm>
          <a:prstGeom prst="rect">
            <a:avLst/>
          </a:prstGeom>
          <a:noFill/>
          <a:ln>
            <a:noFill/>
          </a:ln>
        </p:spPr>
      </p:pic>
      <p:grpSp>
        <p:nvGrpSpPr>
          <p:cNvPr id="12" name="Google Shape;3090;p38">
            <a:extLst>
              <a:ext uri="{FF2B5EF4-FFF2-40B4-BE49-F238E27FC236}">
                <a16:creationId xmlns:a16="http://schemas.microsoft.com/office/drawing/2014/main" id="{991A3AF3-7ADD-41C7-8B12-FE0081524791}"/>
              </a:ext>
            </a:extLst>
          </p:cNvPr>
          <p:cNvGrpSpPr/>
          <p:nvPr/>
        </p:nvGrpSpPr>
        <p:grpSpPr>
          <a:xfrm>
            <a:off x="6175772" y="1364854"/>
            <a:ext cx="2227588" cy="726522"/>
            <a:chOff x="3799000" y="1820400"/>
            <a:chExt cx="1039375" cy="338989"/>
          </a:xfrm>
        </p:grpSpPr>
        <p:sp>
          <p:nvSpPr>
            <p:cNvPr id="13" name="Google Shape;3091;p38">
              <a:extLst>
                <a:ext uri="{FF2B5EF4-FFF2-40B4-BE49-F238E27FC236}">
                  <a16:creationId xmlns:a16="http://schemas.microsoft.com/office/drawing/2014/main" id="{DD62F8B2-D81D-4140-BFCE-181BFCA41F72}"/>
                </a:ext>
              </a:extLst>
            </p:cNvPr>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092;p38">
              <a:extLst>
                <a:ext uri="{FF2B5EF4-FFF2-40B4-BE49-F238E27FC236}">
                  <a16:creationId xmlns:a16="http://schemas.microsoft.com/office/drawing/2014/main" id="{C37CDFEA-0AB1-48F6-9C44-A0FD1C986382}"/>
                </a:ext>
              </a:extLst>
            </p:cNvPr>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093;p38">
              <a:extLst>
                <a:ext uri="{FF2B5EF4-FFF2-40B4-BE49-F238E27FC236}">
                  <a16:creationId xmlns:a16="http://schemas.microsoft.com/office/drawing/2014/main" id="{E5C10F27-5AD8-4515-A18E-0E6ADB7D83BD}"/>
                </a:ext>
              </a:extLst>
            </p:cNvPr>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094;p38">
              <a:extLst>
                <a:ext uri="{FF2B5EF4-FFF2-40B4-BE49-F238E27FC236}">
                  <a16:creationId xmlns:a16="http://schemas.microsoft.com/office/drawing/2014/main" id="{37E840F3-D90C-4C66-8700-7CB4ECD4FF23}"/>
                </a:ext>
              </a:extLst>
            </p:cNvPr>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095;p38">
              <a:extLst>
                <a:ext uri="{FF2B5EF4-FFF2-40B4-BE49-F238E27FC236}">
                  <a16:creationId xmlns:a16="http://schemas.microsoft.com/office/drawing/2014/main" id="{CD6C41D0-4B96-4628-8817-BC08EA7DEEBB}"/>
                </a:ext>
              </a:extLst>
            </p:cNvPr>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096;p38">
              <a:extLst>
                <a:ext uri="{FF2B5EF4-FFF2-40B4-BE49-F238E27FC236}">
                  <a16:creationId xmlns:a16="http://schemas.microsoft.com/office/drawing/2014/main" id="{A202AD79-CAEB-4E1F-82BE-728901E9B26E}"/>
                </a:ext>
              </a:extLst>
            </p:cNvPr>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097;p38">
              <a:extLst>
                <a:ext uri="{FF2B5EF4-FFF2-40B4-BE49-F238E27FC236}">
                  <a16:creationId xmlns:a16="http://schemas.microsoft.com/office/drawing/2014/main" id="{8EB2A7EE-D51C-459E-8B66-B1B5EA05E0D6}"/>
                </a:ext>
              </a:extLst>
            </p:cNvPr>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098;p38">
              <a:extLst>
                <a:ext uri="{FF2B5EF4-FFF2-40B4-BE49-F238E27FC236}">
                  <a16:creationId xmlns:a16="http://schemas.microsoft.com/office/drawing/2014/main" id="{49F77E41-2F9B-4BDB-840B-1DB3475CA704}"/>
                </a:ext>
              </a:extLst>
            </p:cNvPr>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099;p38">
              <a:extLst>
                <a:ext uri="{FF2B5EF4-FFF2-40B4-BE49-F238E27FC236}">
                  <a16:creationId xmlns:a16="http://schemas.microsoft.com/office/drawing/2014/main" id="{8147A6C9-58B1-43D4-BFC7-50ED8E0E67DC}"/>
                </a:ext>
              </a:extLst>
            </p:cNvPr>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100;p38">
              <a:extLst>
                <a:ext uri="{FF2B5EF4-FFF2-40B4-BE49-F238E27FC236}">
                  <a16:creationId xmlns:a16="http://schemas.microsoft.com/office/drawing/2014/main" id="{4DC52ECD-EE78-4327-AA02-30ACBB65CB7C}"/>
                </a:ext>
              </a:extLst>
            </p:cNvPr>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101;p38">
              <a:extLst>
                <a:ext uri="{FF2B5EF4-FFF2-40B4-BE49-F238E27FC236}">
                  <a16:creationId xmlns:a16="http://schemas.microsoft.com/office/drawing/2014/main" id="{7D6DCDCC-BAD3-4964-A7B5-AB488D47F495}"/>
                </a:ext>
              </a:extLst>
            </p:cNvPr>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102;p38">
              <a:extLst>
                <a:ext uri="{FF2B5EF4-FFF2-40B4-BE49-F238E27FC236}">
                  <a16:creationId xmlns:a16="http://schemas.microsoft.com/office/drawing/2014/main" id="{024E9EE9-F609-4665-BE4B-2C5AC0D1BBB6}"/>
                </a:ext>
              </a:extLst>
            </p:cNvPr>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103;p38">
              <a:extLst>
                <a:ext uri="{FF2B5EF4-FFF2-40B4-BE49-F238E27FC236}">
                  <a16:creationId xmlns:a16="http://schemas.microsoft.com/office/drawing/2014/main" id="{BE89FCEA-D607-4B23-9F06-28CC8710C9DD}"/>
                </a:ext>
              </a:extLst>
            </p:cNvPr>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104;p38">
              <a:extLst>
                <a:ext uri="{FF2B5EF4-FFF2-40B4-BE49-F238E27FC236}">
                  <a16:creationId xmlns:a16="http://schemas.microsoft.com/office/drawing/2014/main" id="{57615391-91C1-4E29-A820-0A0E81BC6D79}"/>
                </a:ext>
              </a:extLst>
            </p:cNvPr>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105;p38">
              <a:extLst>
                <a:ext uri="{FF2B5EF4-FFF2-40B4-BE49-F238E27FC236}">
                  <a16:creationId xmlns:a16="http://schemas.microsoft.com/office/drawing/2014/main" id="{A1967BB7-45B0-44CC-8A56-758A43B363D5}"/>
                </a:ext>
              </a:extLst>
            </p:cNvPr>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106;p38">
              <a:extLst>
                <a:ext uri="{FF2B5EF4-FFF2-40B4-BE49-F238E27FC236}">
                  <a16:creationId xmlns:a16="http://schemas.microsoft.com/office/drawing/2014/main" id="{0751D8A0-DD22-4997-B1A9-ABE3295BA89E}"/>
                </a:ext>
              </a:extLst>
            </p:cNvPr>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107;p38">
              <a:extLst>
                <a:ext uri="{FF2B5EF4-FFF2-40B4-BE49-F238E27FC236}">
                  <a16:creationId xmlns:a16="http://schemas.microsoft.com/office/drawing/2014/main" id="{AAA61246-7911-4F20-BAAE-A26ED0213B69}"/>
                </a:ext>
              </a:extLst>
            </p:cNvPr>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108;p38">
              <a:extLst>
                <a:ext uri="{FF2B5EF4-FFF2-40B4-BE49-F238E27FC236}">
                  <a16:creationId xmlns:a16="http://schemas.microsoft.com/office/drawing/2014/main" id="{EFDCA66F-4866-4C79-8BB3-9FF28B1B6D6D}"/>
                </a:ext>
              </a:extLst>
            </p:cNvPr>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09;p38">
              <a:extLst>
                <a:ext uri="{FF2B5EF4-FFF2-40B4-BE49-F238E27FC236}">
                  <a16:creationId xmlns:a16="http://schemas.microsoft.com/office/drawing/2014/main" id="{EA6BC740-9541-4E2A-8A24-84CE2D248746}"/>
                </a:ext>
              </a:extLst>
            </p:cNvPr>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110;p38">
              <a:extLst>
                <a:ext uri="{FF2B5EF4-FFF2-40B4-BE49-F238E27FC236}">
                  <a16:creationId xmlns:a16="http://schemas.microsoft.com/office/drawing/2014/main" id="{39B4ACCD-CEC8-4393-9BC5-DDA73CDB45E3}"/>
                </a:ext>
              </a:extLst>
            </p:cNvPr>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111;p38">
              <a:extLst>
                <a:ext uri="{FF2B5EF4-FFF2-40B4-BE49-F238E27FC236}">
                  <a16:creationId xmlns:a16="http://schemas.microsoft.com/office/drawing/2014/main" id="{14107CF5-A46C-4CDD-B468-F4EE16409545}"/>
                </a:ext>
              </a:extLst>
            </p:cNvPr>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112;p38">
              <a:extLst>
                <a:ext uri="{FF2B5EF4-FFF2-40B4-BE49-F238E27FC236}">
                  <a16:creationId xmlns:a16="http://schemas.microsoft.com/office/drawing/2014/main" id="{5300A2C6-63FF-459A-BDA8-47A59FF57C76}"/>
                </a:ext>
              </a:extLst>
            </p:cNvPr>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113;p38">
              <a:extLst>
                <a:ext uri="{FF2B5EF4-FFF2-40B4-BE49-F238E27FC236}">
                  <a16:creationId xmlns:a16="http://schemas.microsoft.com/office/drawing/2014/main" id="{460D70D8-9537-4436-AE96-44A58F81A283}"/>
                </a:ext>
              </a:extLst>
            </p:cNvPr>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114;p38">
              <a:extLst>
                <a:ext uri="{FF2B5EF4-FFF2-40B4-BE49-F238E27FC236}">
                  <a16:creationId xmlns:a16="http://schemas.microsoft.com/office/drawing/2014/main" id="{F46DD489-ED38-40E7-8B98-66502FC22372}"/>
                </a:ext>
              </a:extLst>
            </p:cNvPr>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115;p38">
              <a:extLst>
                <a:ext uri="{FF2B5EF4-FFF2-40B4-BE49-F238E27FC236}">
                  <a16:creationId xmlns:a16="http://schemas.microsoft.com/office/drawing/2014/main" id="{52BC5A77-78AC-4E3F-A88C-73D7BABB2360}"/>
                </a:ext>
              </a:extLst>
            </p:cNvPr>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116;p38">
              <a:extLst>
                <a:ext uri="{FF2B5EF4-FFF2-40B4-BE49-F238E27FC236}">
                  <a16:creationId xmlns:a16="http://schemas.microsoft.com/office/drawing/2014/main" id="{91399C10-3F37-4DFF-8056-486417E327D3}"/>
                </a:ext>
              </a:extLst>
            </p:cNvPr>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117;p38">
              <a:extLst>
                <a:ext uri="{FF2B5EF4-FFF2-40B4-BE49-F238E27FC236}">
                  <a16:creationId xmlns:a16="http://schemas.microsoft.com/office/drawing/2014/main" id="{56643D6D-A36B-4809-B7F1-03DDFAD2519D}"/>
                </a:ext>
              </a:extLst>
            </p:cNvPr>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118;p38">
              <a:extLst>
                <a:ext uri="{FF2B5EF4-FFF2-40B4-BE49-F238E27FC236}">
                  <a16:creationId xmlns:a16="http://schemas.microsoft.com/office/drawing/2014/main" id="{0A6A66F6-9F5B-4CDC-B791-B18E767A9C92}"/>
                </a:ext>
              </a:extLst>
            </p:cNvPr>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119;p38">
              <a:extLst>
                <a:ext uri="{FF2B5EF4-FFF2-40B4-BE49-F238E27FC236}">
                  <a16:creationId xmlns:a16="http://schemas.microsoft.com/office/drawing/2014/main" id="{59C88985-0918-45C2-A958-DCC97398D1AF}"/>
                </a:ext>
              </a:extLst>
            </p:cNvPr>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120;p38">
              <a:extLst>
                <a:ext uri="{FF2B5EF4-FFF2-40B4-BE49-F238E27FC236}">
                  <a16:creationId xmlns:a16="http://schemas.microsoft.com/office/drawing/2014/main" id="{40B62432-47B2-4814-B226-31BB792D7FB1}"/>
                </a:ext>
              </a:extLst>
            </p:cNvPr>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121;p38">
              <a:extLst>
                <a:ext uri="{FF2B5EF4-FFF2-40B4-BE49-F238E27FC236}">
                  <a16:creationId xmlns:a16="http://schemas.microsoft.com/office/drawing/2014/main" id="{81342D1C-1B65-47F1-8E50-07284F21605F}"/>
                </a:ext>
              </a:extLst>
            </p:cNvPr>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122;p38">
              <a:extLst>
                <a:ext uri="{FF2B5EF4-FFF2-40B4-BE49-F238E27FC236}">
                  <a16:creationId xmlns:a16="http://schemas.microsoft.com/office/drawing/2014/main" id="{5F432F01-D450-45D7-B141-D5A9886F3D05}"/>
                </a:ext>
              </a:extLst>
            </p:cNvPr>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123;p38">
              <a:extLst>
                <a:ext uri="{FF2B5EF4-FFF2-40B4-BE49-F238E27FC236}">
                  <a16:creationId xmlns:a16="http://schemas.microsoft.com/office/drawing/2014/main" id="{97E84C93-C22A-4199-BA4C-44954700ECF9}"/>
                </a:ext>
              </a:extLst>
            </p:cNvPr>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124;p38">
              <a:extLst>
                <a:ext uri="{FF2B5EF4-FFF2-40B4-BE49-F238E27FC236}">
                  <a16:creationId xmlns:a16="http://schemas.microsoft.com/office/drawing/2014/main" id="{941487ED-6FC5-4229-A756-F3323644071B}"/>
                </a:ext>
              </a:extLst>
            </p:cNvPr>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125;p38">
              <a:extLst>
                <a:ext uri="{FF2B5EF4-FFF2-40B4-BE49-F238E27FC236}">
                  <a16:creationId xmlns:a16="http://schemas.microsoft.com/office/drawing/2014/main" id="{FE7F7CE3-104B-4C22-8E3B-97DF8973A879}"/>
                </a:ext>
              </a:extLst>
            </p:cNvPr>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126;p38">
              <a:extLst>
                <a:ext uri="{FF2B5EF4-FFF2-40B4-BE49-F238E27FC236}">
                  <a16:creationId xmlns:a16="http://schemas.microsoft.com/office/drawing/2014/main" id="{EDA2A3FB-C64D-41BD-A9AA-772EC51344D8}"/>
                </a:ext>
              </a:extLst>
            </p:cNvPr>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74381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65"/>
        <p:cNvGrpSpPr/>
        <p:nvPr/>
      </p:nvGrpSpPr>
      <p:grpSpPr>
        <a:xfrm>
          <a:off x="0" y="0"/>
          <a:ext cx="0" cy="0"/>
          <a:chOff x="0" y="0"/>
          <a:chExt cx="0" cy="0"/>
        </a:xfrm>
      </p:grpSpPr>
      <p:grpSp>
        <p:nvGrpSpPr>
          <p:cNvPr id="4366" name="Google Shape;4366;p59"/>
          <p:cNvGrpSpPr/>
          <p:nvPr/>
        </p:nvGrpSpPr>
        <p:grpSpPr>
          <a:xfrm rot="5400000" flipH="1">
            <a:off x="1501053" y="1861698"/>
            <a:ext cx="2227589" cy="726958"/>
            <a:chOff x="6972150" y="711750"/>
            <a:chExt cx="1039375" cy="339193"/>
          </a:xfrm>
        </p:grpSpPr>
        <p:sp>
          <p:nvSpPr>
            <p:cNvPr id="4367" name="Google Shape;4367;p59"/>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59"/>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59"/>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59"/>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59"/>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59"/>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59"/>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59"/>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59"/>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59"/>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59"/>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59"/>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59"/>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59"/>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59"/>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59"/>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59"/>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59"/>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59"/>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59"/>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59"/>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59"/>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59"/>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59"/>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59"/>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59"/>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59"/>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59"/>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59"/>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59"/>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59"/>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59"/>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9" name="Google Shape;4399;p59"/>
          <p:cNvGrpSpPr/>
          <p:nvPr/>
        </p:nvGrpSpPr>
        <p:grpSpPr>
          <a:xfrm rot="-5400000">
            <a:off x="-37142" y="1504819"/>
            <a:ext cx="2227588" cy="726522"/>
            <a:chOff x="3799000" y="1820400"/>
            <a:chExt cx="1039375" cy="338989"/>
          </a:xfrm>
        </p:grpSpPr>
        <p:sp>
          <p:nvSpPr>
            <p:cNvPr id="4400" name="Google Shape;4400;p59"/>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59"/>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59"/>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59"/>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59"/>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59"/>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59"/>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59"/>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59"/>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59"/>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59"/>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59"/>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59"/>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59"/>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59"/>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59"/>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59"/>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59"/>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59"/>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59"/>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59"/>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59"/>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59"/>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59"/>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59"/>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59"/>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59"/>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59"/>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59"/>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59"/>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59"/>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59"/>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59"/>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59"/>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59"/>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59"/>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436" name="Google Shape;4436;p59"/>
          <p:cNvPicPr preferRelativeResize="0"/>
          <p:nvPr/>
        </p:nvPicPr>
        <p:blipFill>
          <a:blip r:embed="rId3">
            <a:alphaModFix/>
          </a:blip>
          <a:stretch>
            <a:fillRect/>
          </a:stretch>
        </p:blipFill>
        <p:spPr>
          <a:xfrm>
            <a:off x="828608" y="2463104"/>
            <a:ext cx="2878150" cy="1916850"/>
          </a:xfrm>
          <a:prstGeom prst="rect">
            <a:avLst/>
          </a:prstGeom>
          <a:noFill/>
          <a:ln>
            <a:noFill/>
          </a:ln>
        </p:spPr>
      </p:pic>
      <p:sp>
        <p:nvSpPr>
          <p:cNvPr id="4437" name="Google Shape;4437;p59"/>
          <p:cNvSpPr txBox="1">
            <a:spLocks noGrp="1"/>
          </p:cNvSpPr>
          <p:nvPr>
            <p:ph type="title"/>
          </p:nvPr>
        </p:nvSpPr>
        <p:spPr>
          <a:xfrm>
            <a:off x="3970800" y="820843"/>
            <a:ext cx="3633960" cy="364882"/>
          </a:xfrm>
          <a:prstGeom prst="rect">
            <a:avLst/>
          </a:prstGeom>
        </p:spPr>
        <p:txBody>
          <a:bodyPr spcFirstLastPara="1" wrap="square" lIns="91425" tIns="91425" rIns="91425" bIns="91425" anchor="t" anchorCtr="0">
            <a:noAutofit/>
          </a:bodyPr>
          <a:lstStyle/>
          <a:p>
            <a:pPr>
              <a:lnSpc>
                <a:spcPct val="107000"/>
              </a:lnSpc>
              <a:spcBef>
                <a:spcPts val="200"/>
              </a:spcBef>
            </a:pPr>
            <a:r>
              <a:rPr lang="fr-FR" sz="3600" b="1" i="1"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Problématique</a:t>
            </a:r>
          </a:p>
        </p:txBody>
      </p:sp>
      <p:sp>
        <p:nvSpPr>
          <p:cNvPr id="4439" name="Google Shape;4439;p59"/>
          <p:cNvSpPr txBox="1">
            <a:spLocks noGrp="1"/>
          </p:cNvSpPr>
          <p:nvPr>
            <p:ph type="subTitle" idx="1"/>
          </p:nvPr>
        </p:nvSpPr>
        <p:spPr>
          <a:xfrm>
            <a:off x="2915316" y="1900595"/>
            <a:ext cx="5400076" cy="1683813"/>
          </a:xfrm>
          <a:prstGeom prst="rect">
            <a:avLst/>
          </a:prstGeom>
        </p:spPr>
        <p:txBody>
          <a:bodyPr spcFirstLastPara="1" wrap="square" lIns="91425" tIns="91425" rIns="91425" bIns="91425" anchor="t" anchorCtr="0">
            <a:noAutofit/>
          </a:bodyPr>
          <a:lstStyle/>
          <a:p>
            <a:pPr algn="ctr"/>
            <a:r>
              <a:rPr lang="fr-FR" sz="1800" dirty="0"/>
              <a:t>Les cyberattaques se multiplient, devenant de plus en plus sophistiquées et difficiles à détecter.</a:t>
            </a:r>
          </a:p>
          <a:p>
            <a:endParaRPr lang="fr-FR" sz="1800" dirty="0"/>
          </a:p>
          <a:p>
            <a:pPr algn="ctr"/>
            <a:r>
              <a:rPr lang="fr-FR" sz="1800" dirty="0"/>
              <a:t> Quel moyen pour lutter contre ces attaques ?</a:t>
            </a:r>
          </a:p>
          <a:p>
            <a:r>
              <a:rPr lang="fr-FR" sz="2400" dirty="0"/>
              <a:t> </a:t>
            </a:r>
          </a:p>
        </p:txBody>
      </p:sp>
      <p:pic>
        <p:nvPicPr>
          <p:cNvPr id="4443" name="Google Shape;4443;p59"/>
          <p:cNvPicPr preferRelativeResize="0"/>
          <p:nvPr/>
        </p:nvPicPr>
        <p:blipFill>
          <a:blip r:embed="rId4">
            <a:alphaModFix/>
          </a:blip>
          <a:stretch>
            <a:fillRect/>
          </a:stretch>
        </p:blipFill>
        <p:spPr>
          <a:xfrm>
            <a:off x="7462032" y="396205"/>
            <a:ext cx="736150" cy="931236"/>
          </a:xfrm>
          <a:prstGeom prst="rect">
            <a:avLst/>
          </a:prstGeom>
          <a:noFill/>
          <a:ln>
            <a:noFill/>
          </a:ln>
        </p:spPr>
      </p:pic>
      <p:pic>
        <p:nvPicPr>
          <p:cNvPr id="4444" name="Google Shape;4444;p59"/>
          <p:cNvPicPr preferRelativeResize="0"/>
          <p:nvPr/>
        </p:nvPicPr>
        <p:blipFill>
          <a:blip r:embed="rId5">
            <a:alphaModFix/>
          </a:blip>
          <a:stretch>
            <a:fillRect/>
          </a:stretch>
        </p:blipFill>
        <p:spPr>
          <a:xfrm>
            <a:off x="877049" y="1263353"/>
            <a:ext cx="525135" cy="831301"/>
          </a:xfrm>
          <a:prstGeom prst="rect">
            <a:avLst/>
          </a:prstGeom>
          <a:noFill/>
          <a:ln>
            <a:noFill/>
          </a:ln>
        </p:spPr>
      </p:pic>
      <p:pic>
        <p:nvPicPr>
          <p:cNvPr id="4445" name="Google Shape;4445;p59"/>
          <p:cNvPicPr preferRelativeResize="0"/>
          <p:nvPr/>
        </p:nvPicPr>
        <p:blipFill>
          <a:blip r:embed="rId6">
            <a:alphaModFix/>
          </a:blip>
          <a:stretch>
            <a:fillRect/>
          </a:stretch>
        </p:blipFill>
        <p:spPr>
          <a:xfrm>
            <a:off x="972652" y="2094650"/>
            <a:ext cx="2005675" cy="2099965"/>
          </a:xfrm>
          <a:prstGeom prst="rect">
            <a:avLst/>
          </a:prstGeom>
          <a:noFill/>
          <a:ln>
            <a:noFill/>
          </a:ln>
        </p:spPr>
      </p:pic>
      <p:sp>
        <p:nvSpPr>
          <p:cNvPr id="4446" name="Google Shape;4446;p59"/>
          <p:cNvSpPr/>
          <p:nvPr/>
        </p:nvSpPr>
        <p:spPr>
          <a:xfrm>
            <a:off x="10487588" y="2407875"/>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47" name="Google Shape;4447;p59"/>
          <p:cNvPicPr preferRelativeResize="0"/>
          <p:nvPr/>
        </p:nvPicPr>
        <p:blipFill>
          <a:blip r:embed="rId7">
            <a:alphaModFix/>
          </a:blip>
          <a:stretch>
            <a:fillRect/>
          </a:stretch>
        </p:blipFill>
        <p:spPr>
          <a:xfrm>
            <a:off x="911362" y="2245199"/>
            <a:ext cx="870965" cy="1148800"/>
          </a:xfrm>
          <a:prstGeom prst="rect">
            <a:avLst/>
          </a:prstGeom>
          <a:noFill/>
          <a:ln>
            <a:noFill/>
          </a:ln>
        </p:spPr>
      </p:pic>
      <p:pic>
        <p:nvPicPr>
          <p:cNvPr id="4448" name="Google Shape;4448;p59"/>
          <p:cNvPicPr preferRelativeResize="0"/>
          <p:nvPr/>
        </p:nvPicPr>
        <p:blipFill>
          <a:blip r:embed="rId5">
            <a:alphaModFix/>
          </a:blip>
          <a:stretch>
            <a:fillRect/>
          </a:stretch>
        </p:blipFill>
        <p:spPr>
          <a:xfrm>
            <a:off x="1675876" y="671474"/>
            <a:ext cx="870975" cy="13787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65"/>
        <p:cNvGrpSpPr/>
        <p:nvPr/>
      </p:nvGrpSpPr>
      <p:grpSpPr>
        <a:xfrm>
          <a:off x="0" y="0"/>
          <a:ext cx="0" cy="0"/>
          <a:chOff x="0" y="0"/>
          <a:chExt cx="0" cy="0"/>
        </a:xfrm>
      </p:grpSpPr>
      <p:grpSp>
        <p:nvGrpSpPr>
          <p:cNvPr id="4366" name="Google Shape;4366;p59"/>
          <p:cNvGrpSpPr/>
          <p:nvPr/>
        </p:nvGrpSpPr>
        <p:grpSpPr>
          <a:xfrm rot="5400000" flipH="1">
            <a:off x="1501053" y="1861698"/>
            <a:ext cx="2227589" cy="726958"/>
            <a:chOff x="6972150" y="711750"/>
            <a:chExt cx="1039375" cy="339193"/>
          </a:xfrm>
        </p:grpSpPr>
        <p:sp>
          <p:nvSpPr>
            <p:cNvPr id="4367" name="Google Shape;4367;p59"/>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59"/>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59"/>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59"/>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59"/>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59"/>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59"/>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59"/>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59"/>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59"/>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59"/>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59"/>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59"/>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59"/>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59"/>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59"/>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59"/>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59"/>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59"/>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59"/>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59"/>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59"/>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59"/>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59"/>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59"/>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59"/>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59"/>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59"/>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59"/>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59"/>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59"/>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59"/>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9" name="Google Shape;4399;p59"/>
          <p:cNvGrpSpPr/>
          <p:nvPr/>
        </p:nvGrpSpPr>
        <p:grpSpPr>
          <a:xfrm rot="-5400000">
            <a:off x="-37142" y="1504819"/>
            <a:ext cx="2227588" cy="726522"/>
            <a:chOff x="3799000" y="1820400"/>
            <a:chExt cx="1039375" cy="338989"/>
          </a:xfrm>
        </p:grpSpPr>
        <p:sp>
          <p:nvSpPr>
            <p:cNvPr id="4400" name="Google Shape;4400;p59"/>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59"/>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59"/>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59"/>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59"/>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59"/>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59"/>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59"/>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59"/>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59"/>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59"/>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59"/>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59"/>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59"/>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59"/>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59"/>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59"/>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59"/>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59"/>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59"/>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59"/>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59"/>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59"/>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59"/>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59"/>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59"/>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59"/>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59"/>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59"/>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59"/>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59"/>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59"/>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59"/>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59"/>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59"/>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59"/>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436" name="Google Shape;4436;p59"/>
          <p:cNvPicPr preferRelativeResize="0"/>
          <p:nvPr/>
        </p:nvPicPr>
        <p:blipFill>
          <a:blip r:embed="rId3">
            <a:alphaModFix/>
          </a:blip>
          <a:stretch>
            <a:fillRect/>
          </a:stretch>
        </p:blipFill>
        <p:spPr>
          <a:xfrm>
            <a:off x="536425" y="2687250"/>
            <a:ext cx="2878150" cy="1916850"/>
          </a:xfrm>
          <a:prstGeom prst="rect">
            <a:avLst/>
          </a:prstGeom>
          <a:noFill/>
          <a:ln>
            <a:noFill/>
          </a:ln>
        </p:spPr>
      </p:pic>
      <p:sp>
        <p:nvSpPr>
          <p:cNvPr id="4437" name="Google Shape;4437;p59"/>
          <p:cNvSpPr txBox="1">
            <a:spLocks noGrp="1"/>
          </p:cNvSpPr>
          <p:nvPr>
            <p:ph type="title"/>
          </p:nvPr>
        </p:nvSpPr>
        <p:spPr>
          <a:prstGeom prst="rect">
            <a:avLst/>
          </a:prstGeom>
        </p:spPr>
        <p:txBody>
          <a:bodyPr spcFirstLastPara="1" wrap="square" lIns="91425" tIns="91425" rIns="91425" bIns="91425" anchor="t" anchorCtr="0">
            <a:noAutofit/>
          </a:bodyPr>
          <a:lstStyle/>
          <a:p>
            <a:pPr>
              <a:lnSpc>
                <a:spcPct val="107000"/>
              </a:lnSpc>
              <a:spcBef>
                <a:spcPts val="200"/>
              </a:spcBef>
            </a:pPr>
            <a:r>
              <a:rPr lang="fr-FR" i="1" dirty="0">
                <a:solidFill>
                  <a:schemeClr val="tx1"/>
                </a:solidFill>
                <a:effectLst/>
                <a:latin typeface="Alumni Sans Pinstripe" pitchFamily="2" charset="0"/>
                <a:ea typeface="Times New Roman" panose="02020603050405020304" pitchFamily="18" charset="0"/>
                <a:cs typeface="Times New Roman" panose="02020603050405020304" pitchFamily="18" charset="0"/>
              </a:rPr>
              <a:t>Solution Proposée</a:t>
            </a:r>
          </a:p>
        </p:txBody>
      </p:sp>
      <p:sp>
        <p:nvSpPr>
          <p:cNvPr id="4441" name="Google Shape;4441;p59"/>
          <p:cNvSpPr txBox="1">
            <a:spLocks noGrp="1"/>
          </p:cNvSpPr>
          <p:nvPr>
            <p:ph type="subTitle" idx="4"/>
          </p:nvPr>
        </p:nvSpPr>
        <p:spPr>
          <a:xfrm>
            <a:off x="3015892" y="1679003"/>
            <a:ext cx="5363630" cy="2412815"/>
          </a:xfrm>
          <a:prstGeom prst="rect">
            <a:avLst/>
          </a:prstGeom>
        </p:spPr>
        <p:txBody>
          <a:bodyPr spcFirstLastPara="1" wrap="square" lIns="91425" tIns="91425" rIns="91425" bIns="91425" anchor="t" anchorCtr="0">
            <a:noAutofit/>
          </a:bodyPr>
          <a:lstStyle/>
          <a:p>
            <a:r>
              <a:rPr lang="fr-FR" sz="1800" dirty="0"/>
              <a:t>Notre solution pour lutter contre ces attaques, est de mettre en place un système de détection d'intrusion basé sur l'apprentissage automatique. Cette approche permettra une détection plus précise et proactive des activités malveillantes en analysant les modèles de comportement et en adaptant dynamiquement les stratégies de sécurité.</a:t>
            </a:r>
            <a:endParaRPr lang="fr-FR" dirty="0">
              <a:effectLst/>
              <a:latin typeface="Advent Pro" panose="02000506040000020004" pitchFamily="2" charset="0"/>
              <a:ea typeface="Times New Roman" panose="02020603050405020304" pitchFamily="18" charset="0"/>
            </a:endParaRPr>
          </a:p>
        </p:txBody>
      </p:sp>
      <p:pic>
        <p:nvPicPr>
          <p:cNvPr id="4443" name="Google Shape;4443;p59"/>
          <p:cNvPicPr preferRelativeResize="0"/>
          <p:nvPr/>
        </p:nvPicPr>
        <p:blipFill>
          <a:blip r:embed="rId4">
            <a:alphaModFix/>
          </a:blip>
          <a:stretch>
            <a:fillRect/>
          </a:stretch>
        </p:blipFill>
        <p:spPr>
          <a:xfrm>
            <a:off x="8030274" y="882173"/>
            <a:ext cx="736150" cy="931236"/>
          </a:xfrm>
          <a:prstGeom prst="rect">
            <a:avLst/>
          </a:prstGeom>
          <a:noFill/>
          <a:ln>
            <a:noFill/>
          </a:ln>
        </p:spPr>
      </p:pic>
      <p:pic>
        <p:nvPicPr>
          <p:cNvPr id="4442" name="Google Shape;4442;p59"/>
          <p:cNvPicPr preferRelativeResize="0"/>
          <p:nvPr/>
        </p:nvPicPr>
        <p:blipFill>
          <a:blip r:embed="rId5">
            <a:alphaModFix/>
          </a:blip>
          <a:stretch>
            <a:fillRect/>
          </a:stretch>
        </p:blipFill>
        <p:spPr>
          <a:xfrm>
            <a:off x="7369071" y="483409"/>
            <a:ext cx="736150" cy="970946"/>
          </a:xfrm>
          <a:prstGeom prst="rect">
            <a:avLst/>
          </a:prstGeom>
          <a:noFill/>
          <a:ln>
            <a:noFill/>
          </a:ln>
        </p:spPr>
      </p:pic>
      <p:pic>
        <p:nvPicPr>
          <p:cNvPr id="4444" name="Google Shape;4444;p59"/>
          <p:cNvPicPr preferRelativeResize="0"/>
          <p:nvPr/>
        </p:nvPicPr>
        <p:blipFill>
          <a:blip r:embed="rId6">
            <a:alphaModFix/>
          </a:blip>
          <a:stretch>
            <a:fillRect/>
          </a:stretch>
        </p:blipFill>
        <p:spPr>
          <a:xfrm>
            <a:off x="877049" y="1263353"/>
            <a:ext cx="525135" cy="831301"/>
          </a:xfrm>
          <a:prstGeom prst="rect">
            <a:avLst/>
          </a:prstGeom>
          <a:noFill/>
          <a:ln>
            <a:noFill/>
          </a:ln>
        </p:spPr>
      </p:pic>
      <p:pic>
        <p:nvPicPr>
          <p:cNvPr id="4445" name="Google Shape;4445;p59"/>
          <p:cNvPicPr preferRelativeResize="0"/>
          <p:nvPr/>
        </p:nvPicPr>
        <p:blipFill>
          <a:blip r:embed="rId7">
            <a:alphaModFix/>
          </a:blip>
          <a:stretch>
            <a:fillRect/>
          </a:stretch>
        </p:blipFill>
        <p:spPr>
          <a:xfrm>
            <a:off x="972652" y="2094650"/>
            <a:ext cx="2005675" cy="2099965"/>
          </a:xfrm>
          <a:prstGeom prst="rect">
            <a:avLst/>
          </a:prstGeom>
          <a:noFill/>
          <a:ln>
            <a:noFill/>
          </a:ln>
        </p:spPr>
      </p:pic>
      <p:sp>
        <p:nvSpPr>
          <p:cNvPr id="4446" name="Google Shape;4446;p59"/>
          <p:cNvSpPr/>
          <p:nvPr/>
        </p:nvSpPr>
        <p:spPr>
          <a:xfrm>
            <a:off x="10487588" y="2407875"/>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47" name="Google Shape;4447;p59"/>
          <p:cNvPicPr preferRelativeResize="0"/>
          <p:nvPr/>
        </p:nvPicPr>
        <p:blipFill>
          <a:blip r:embed="rId5">
            <a:alphaModFix/>
          </a:blip>
          <a:stretch>
            <a:fillRect/>
          </a:stretch>
        </p:blipFill>
        <p:spPr>
          <a:xfrm>
            <a:off x="911362" y="2245199"/>
            <a:ext cx="870965" cy="1148800"/>
          </a:xfrm>
          <a:prstGeom prst="rect">
            <a:avLst/>
          </a:prstGeom>
          <a:noFill/>
          <a:ln>
            <a:noFill/>
          </a:ln>
        </p:spPr>
      </p:pic>
      <p:pic>
        <p:nvPicPr>
          <p:cNvPr id="4448" name="Google Shape;4448;p59"/>
          <p:cNvPicPr preferRelativeResize="0"/>
          <p:nvPr/>
        </p:nvPicPr>
        <p:blipFill>
          <a:blip r:embed="rId6">
            <a:alphaModFix/>
          </a:blip>
          <a:stretch>
            <a:fillRect/>
          </a:stretch>
        </p:blipFill>
        <p:spPr>
          <a:xfrm>
            <a:off x="1675876" y="671474"/>
            <a:ext cx="870975" cy="1378797"/>
          </a:xfrm>
          <a:prstGeom prst="rect">
            <a:avLst/>
          </a:prstGeom>
          <a:noFill/>
          <a:ln>
            <a:noFill/>
          </a:ln>
        </p:spPr>
      </p:pic>
    </p:spTree>
    <p:extLst>
      <p:ext uri="{BB962C8B-B14F-4D97-AF65-F5344CB8AC3E}">
        <p14:creationId xmlns:p14="http://schemas.microsoft.com/office/powerpoint/2010/main" val="2364006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23"/>
        <p:cNvGrpSpPr/>
        <p:nvPr/>
      </p:nvGrpSpPr>
      <p:grpSpPr>
        <a:xfrm>
          <a:off x="0" y="0"/>
          <a:ext cx="0" cy="0"/>
          <a:chOff x="0" y="0"/>
          <a:chExt cx="0" cy="0"/>
        </a:xfrm>
      </p:grpSpPr>
      <p:grpSp>
        <p:nvGrpSpPr>
          <p:cNvPr id="3524" name="Google Shape;3524;p43"/>
          <p:cNvGrpSpPr/>
          <p:nvPr/>
        </p:nvGrpSpPr>
        <p:grpSpPr>
          <a:xfrm>
            <a:off x="6840333" y="-220281"/>
            <a:ext cx="2227588" cy="726522"/>
            <a:chOff x="3799000" y="1820400"/>
            <a:chExt cx="1039375" cy="338989"/>
          </a:xfrm>
        </p:grpSpPr>
        <p:sp>
          <p:nvSpPr>
            <p:cNvPr id="3525" name="Google Shape;3525;p43"/>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3"/>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3"/>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3"/>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3"/>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3"/>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3"/>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3"/>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3"/>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3"/>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3"/>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43"/>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43"/>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3"/>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3"/>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3"/>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3"/>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3"/>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3"/>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3"/>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3"/>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3"/>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3"/>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3"/>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3"/>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3"/>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3"/>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3"/>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3"/>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3"/>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3"/>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3"/>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43"/>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43"/>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43"/>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43"/>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1" name="Google Shape;3561;p43"/>
          <p:cNvSpPr/>
          <p:nvPr/>
        </p:nvSpPr>
        <p:spPr>
          <a:xfrm>
            <a:off x="1408281" y="2571750"/>
            <a:ext cx="1843800" cy="1843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43"/>
          <p:cNvSpPr txBox="1">
            <a:spLocks noGrp="1"/>
          </p:cNvSpPr>
          <p:nvPr>
            <p:ph type="title"/>
          </p:nvPr>
        </p:nvSpPr>
        <p:spPr>
          <a:xfrm>
            <a:off x="3291605" y="2990936"/>
            <a:ext cx="5650296" cy="923400"/>
          </a:xfrm>
          <a:prstGeom prst="rect">
            <a:avLst/>
          </a:prstGeom>
        </p:spPr>
        <p:txBody>
          <a:bodyPr spcFirstLastPara="1" wrap="square" lIns="91425" tIns="91425" rIns="91425" bIns="91425" anchor="b" anchorCtr="0">
            <a:noAutofit/>
          </a:bodyPr>
          <a:lstStyle/>
          <a:p>
            <a:pPr algn="ctr"/>
            <a:r>
              <a:rPr lang="fr-FR" sz="3200" dirty="0">
                <a:effectLst/>
                <a:latin typeface="Alumni Sans Pinstripe" panose="020B0604020202020204" charset="0"/>
                <a:ea typeface="Calibri" panose="020F0502020204030204" pitchFamily="34" charset="0"/>
                <a:cs typeface="Arial" panose="020B0604020202020204" pitchFamily="34" charset="0"/>
              </a:rPr>
              <a:t>Sys</a:t>
            </a:r>
            <a:r>
              <a:rPr lang="fr-FR" sz="3600" dirty="0">
                <a:effectLst/>
                <a:latin typeface="Alumni Sans Pinstripe" panose="020B0604020202020204" charset="0"/>
                <a:ea typeface="Calibri" panose="020F0502020204030204" pitchFamily="34" charset="0"/>
                <a:cs typeface="Arial" panose="020B0604020202020204" pitchFamily="34" charset="0"/>
              </a:rPr>
              <a:t>tème de Détection d'Intrusions (IDS)</a:t>
            </a:r>
            <a:endParaRPr lang="fr-FR" sz="3600" dirty="0">
              <a:solidFill>
                <a:schemeClr val="tx1"/>
              </a:solidFill>
              <a:effectLst/>
              <a:latin typeface="Alumni Sans Pinstripe" panose="020B0604020202020204" charset="0"/>
              <a:ea typeface="Times New Roman" panose="02020603050405020304" pitchFamily="18" charset="0"/>
            </a:endParaRPr>
          </a:p>
        </p:txBody>
      </p:sp>
      <p:sp>
        <p:nvSpPr>
          <p:cNvPr id="3563" name="Google Shape;3563;p43"/>
          <p:cNvSpPr txBox="1">
            <a:spLocks noGrp="1"/>
          </p:cNvSpPr>
          <p:nvPr>
            <p:ph type="title" idx="2"/>
          </p:nvPr>
        </p:nvSpPr>
        <p:spPr>
          <a:xfrm>
            <a:off x="1529595" y="3011350"/>
            <a:ext cx="1437600" cy="91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pic>
        <p:nvPicPr>
          <p:cNvPr id="3565" name="Google Shape;3565;p43"/>
          <p:cNvPicPr preferRelativeResize="0"/>
          <p:nvPr/>
        </p:nvPicPr>
        <p:blipFill>
          <a:blip r:embed="rId3">
            <a:alphaModFix/>
          </a:blip>
          <a:stretch>
            <a:fillRect/>
          </a:stretch>
        </p:blipFill>
        <p:spPr>
          <a:xfrm>
            <a:off x="4951796" y="143100"/>
            <a:ext cx="1602225" cy="1148801"/>
          </a:xfrm>
          <a:prstGeom prst="rect">
            <a:avLst/>
          </a:prstGeom>
          <a:noFill/>
          <a:ln>
            <a:noFill/>
          </a:ln>
        </p:spPr>
      </p:pic>
      <p:pic>
        <p:nvPicPr>
          <p:cNvPr id="3566" name="Google Shape;3566;p43"/>
          <p:cNvPicPr preferRelativeResize="0"/>
          <p:nvPr/>
        </p:nvPicPr>
        <p:blipFill>
          <a:blip r:embed="rId3">
            <a:alphaModFix/>
          </a:blip>
          <a:stretch>
            <a:fillRect/>
          </a:stretch>
        </p:blipFill>
        <p:spPr>
          <a:xfrm>
            <a:off x="2526479" y="2162900"/>
            <a:ext cx="841225" cy="603160"/>
          </a:xfrm>
          <a:prstGeom prst="rect">
            <a:avLst/>
          </a:prstGeom>
          <a:noFill/>
          <a:ln>
            <a:noFill/>
          </a:ln>
        </p:spPr>
      </p:pic>
      <p:grpSp>
        <p:nvGrpSpPr>
          <p:cNvPr id="3567" name="Google Shape;3567;p43"/>
          <p:cNvGrpSpPr/>
          <p:nvPr/>
        </p:nvGrpSpPr>
        <p:grpSpPr>
          <a:xfrm>
            <a:off x="7126920" y="4391944"/>
            <a:ext cx="1654413" cy="326167"/>
            <a:chOff x="2978333" y="5720819"/>
            <a:chExt cx="1654413" cy="326167"/>
          </a:xfrm>
        </p:grpSpPr>
        <p:sp>
          <p:nvSpPr>
            <p:cNvPr id="3568" name="Google Shape;3568;p43"/>
            <p:cNvSpPr/>
            <p:nvPr/>
          </p:nvSpPr>
          <p:spPr>
            <a:xfrm>
              <a:off x="4315694"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43"/>
            <p:cNvSpPr/>
            <p:nvPr/>
          </p:nvSpPr>
          <p:spPr>
            <a:xfrm>
              <a:off x="4506746"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43"/>
            <p:cNvSpPr/>
            <p:nvPr/>
          </p:nvSpPr>
          <p:spPr>
            <a:xfrm>
              <a:off x="4124643"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43"/>
            <p:cNvSpPr/>
            <p:nvPr/>
          </p:nvSpPr>
          <p:spPr>
            <a:xfrm>
              <a:off x="4124643"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43"/>
            <p:cNvSpPr/>
            <p:nvPr/>
          </p:nvSpPr>
          <p:spPr>
            <a:xfrm>
              <a:off x="3742539"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43"/>
            <p:cNvSpPr/>
            <p:nvPr/>
          </p:nvSpPr>
          <p:spPr>
            <a:xfrm>
              <a:off x="3742539"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43"/>
            <p:cNvSpPr/>
            <p:nvPr/>
          </p:nvSpPr>
          <p:spPr>
            <a:xfrm>
              <a:off x="3933591"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43"/>
            <p:cNvSpPr/>
            <p:nvPr/>
          </p:nvSpPr>
          <p:spPr>
            <a:xfrm>
              <a:off x="3933591"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43"/>
            <p:cNvSpPr/>
            <p:nvPr/>
          </p:nvSpPr>
          <p:spPr>
            <a:xfrm>
              <a:off x="3551488"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43"/>
            <p:cNvSpPr/>
            <p:nvPr/>
          </p:nvSpPr>
          <p:spPr>
            <a:xfrm>
              <a:off x="3169384"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43"/>
            <p:cNvSpPr/>
            <p:nvPr/>
          </p:nvSpPr>
          <p:spPr>
            <a:xfrm>
              <a:off x="3360436"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43"/>
            <p:cNvSpPr/>
            <p:nvPr/>
          </p:nvSpPr>
          <p:spPr>
            <a:xfrm>
              <a:off x="3360436" y="5920986"/>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43"/>
            <p:cNvSpPr/>
            <p:nvPr/>
          </p:nvSpPr>
          <p:spPr>
            <a:xfrm>
              <a:off x="2978333" y="572081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581" name="Google Shape;3581;p43"/>
          <p:cNvPicPr preferRelativeResize="0"/>
          <p:nvPr/>
        </p:nvPicPr>
        <p:blipFill>
          <a:blip r:embed="rId4">
            <a:alphaModFix/>
          </a:blip>
          <a:stretch>
            <a:fillRect/>
          </a:stretch>
        </p:blipFill>
        <p:spPr>
          <a:xfrm>
            <a:off x="3898923" y="506252"/>
            <a:ext cx="1397893" cy="1843800"/>
          </a:xfrm>
          <a:prstGeom prst="rect">
            <a:avLst/>
          </a:prstGeom>
          <a:noFill/>
          <a:ln>
            <a:noFill/>
          </a:ln>
        </p:spPr>
      </p:pic>
      <p:pic>
        <p:nvPicPr>
          <p:cNvPr id="3582" name="Google Shape;3582;p43"/>
          <p:cNvPicPr preferRelativeResize="0"/>
          <p:nvPr/>
        </p:nvPicPr>
        <p:blipFill>
          <a:blip r:embed="rId5">
            <a:alphaModFix/>
          </a:blip>
          <a:stretch>
            <a:fillRect/>
          </a:stretch>
        </p:blipFill>
        <p:spPr>
          <a:xfrm>
            <a:off x="3367711" y="1506500"/>
            <a:ext cx="676888" cy="1071525"/>
          </a:xfrm>
          <a:prstGeom prst="rect">
            <a:avLst/>
          </a:prstGeom>
          <a:noFill/>
          <a:ln>
            <a:noFill/>
          </a:ln>
        </p:spPr>
      </p:pic>
      <p:pic>
        <p:nvPicPr>
          <p:cNvPr id="3583" name="Google Shape;3583;p43"/>
          <p:cNvPicPr preferRelativeResize="0"/>
          <p:nvPr/>
        </p:nvPicPr>
        <p:blipFill>
          <a:blip r:embed="rId6">
            <a:alphaModFix/>
          </a:blip>
          <a:stretch>
            <a:fillRect/>
          </a:stretch>
        </p:blipFill>
        <p:spPr>
          <a:xfrm>
            <a:off x="3136451" y="405649"/>
            <a:ext cx="908150" cy="1148800"/>
          </a:xfrm>
          <a:prstGeom prst="rect">
            <a:avLst/>
          </a:prstGeom>
          <a:noFill/>
          <a:ln>
            <a:noFill/>
          </a:ln>
        </p:spPr>
      </p:pic>
      <p:pic>
        <p:nvPicPr>
          <p:cNvPr id="3584" name="Google Shape;3584;p43"/>
          <p:cNvPicPr preferRelativeResize="0"/>
          <p:nvPr/>
        </p:nvPicPr>
        <p:blipFill>
          <a:blip r:embed="rId6">
            <a:alphaModFix/>
          </a:blip>
          <a:stretch>
            <a:fillRect/>
          </a:stretch>
        </p:blipFill>
        <p:spPr>
          <a:xfrm>
            <a:off x="5312350" y="1827212"/>
            <a:ext cx="593532" cy="750812"/>
          </a:xfrm>
          <a:prstGeom prst="rect">
            <a:avLst/>
          </a:prstGeom>
          <a:noFill/>
          <a:ln>
            <a:noFill/>
          </a:ln>
        </p:spPr>
      </p:pic>
      <p:pic>
        <p:nvPicPr>
          <p:cNvPr id="3585" name="Google Shape;3585;p43"/>
          <p:cNvPicPr preferRelativeResize="0"/>
          <p:nvPr/>
        </p:nvPicPr>
        <p:blipFill>
          <a:blip r:embed="rId3">
            <a:alphaModFix/>
          </a:blip>
          <a:stretch>
            <a:fillRect/>
          </a:stretch>
        </p:blipFill>
        <p:spPr>
          <a:xfrm>
            <a:off x="2356904" y="903350"/>
            <a:ext cx="841225" cy="603160"/>
          </a:xfrm>
          <a:prstGeom prst="rect">
            <a:avLst/>
          </a:prstGeom>
          <a:noFill/>
          <a:ln>
            <a:noFill/>
          </a:ln>
        </p:spPr>
      </p:pic>
      <p:pic>
        <p:nvPicPr>
          <p:cNvPr id="3586" name="Google Shape;3586;p43"/>
          <p:cNvPicPr preferRelativeResize="0"/>
          <p:nvPr/>
        </p:nvPicPr>
        <p:blipFill>
          <a:blip r:embed="rId3">
            <a:alphaModFix/>
          </a:blip>
          <a:stretch>
            <a:fillRect/>
          </a:stretch>
        </p:blipFill>
        <p:spPr>
          <a:xfrm>
            <a:off x="5921404" y="1554462"/>
            <a:ext cx="841225" cy="6031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2523-7B9F-4117-9796-17851663A1B2}"/>
              </a:ext>
            </a:extLst>
          </p:cNvPr>
          <p:cNvSpPr>
            <a:spLocks noGrp="1"/>
          </p:cNvSpPr>
          <p:nvPr>
            <p:ph type="title"/>
          </p:nvPr>
        </p:nvSpPr>
        <p:spPr>
          <a:xfrm>
            <a:off x="2193132" y="1213038"/>
            <a:ext cx="5843587" cy="2908906"/>
          </a:xfrm>
        </p:spPr>
        <p:txBody>
          <a:bodyPr/>
          <a:lstStyle/>
          <a:p>
            <a:pPr algn="ctr"/>
            <a:r>
              <a:rPr lang="fr-FR" sz="2400" b="0" dirty="0">
                <a:latin typeface="Advent Pro" panose="020B0604020202020204" charset="0"/>
              </a:rPr>
              <a:t>Qu’est ce qu’un </a:t>
            </a:r>
            <a:r>
              <a:rPr lang="fr-FR" sz="700" b="0" i="0" dirty="0">
                <a:solidFill>
                  <a:srgbClr val="161616"/>
                </a:solidFill>
                <a:effectLst/>
                <a:latin typeface="Advent Pro" panose="020B0604020202020204" charset="0"/>
              </a:rPr>
              <a:t> </a:t>
            </a:r>
            <a:r>
              <a:rPr lang="fr-FR" sz="2000" b="0" i="0" dirty="0">
                <a:solidFill>
                  <a:schemeClr val="tx1"/>
                </a:solidFill>
                <a:effectLst/>
                <a:latin typeface="Advent Pro" panose="020B0604020202020204" charset="0"/>
              </a:rPr>
              <a:t>système de détection d’intrusion(IDS)</a:t>
            </a:r>
            <a:r>
              <a:rPr lang="fr-FR" sz="2400" b="0" dirty="0">
                <a:solidFill>
                  <a:schemeClr val="tx1"/>
                </a:solidFill>
                <a:latin typeface="Advent Pro" panose="020B0604020202020204" charset="0"/>
              </a:rPr>
              <a:t>?</a:t>
            </a:r>
            <a:br>
              <a:rPr lang="fr-FR" sz="2400" b="0" dirty="0">
                <a:solidFill>
                  <a:schemeClr val="tx1"/>
                </a:solidFill>
                <a:latin typeface="Advent Pro" panose="020B0604020202020204" charset="0"/>
              </a:rPr>
            </a:br>
            <a:br>
              <a:rPr lang="fr-FR" sz="2400" b="0" dirty="0">
                <a:solidFill>
                  <a:schemeClr val="tx1"/>
                </a:solidFill>
                <a:latin typeface="Advent Pro" panose="020B0604020202020204" charset="0"/>
              </a:rPr>
            </a:br>
            <a:r>
              <a:rPr lang="fr-FR" sz="1400" b="0" i="0" dirty="0">
                <a:solidFill>
                  <a:schemeClr val="tx1"/>
                </a:solidFill>
                <a:effectLst/>
                <a:latin typeface="IBM Plex Sans" panose="020B0503050203000203" pitchFamily="34" charset="0"/>
              </a:rPr>
              <a:t>Un système de détection d’intrusion (IDS) est un outil de sécurité réseaux qui surveille le trafic réseau et les appareils pour détecter les activités malveillantes connues, les activités suspectes ou les violations des politiques de sécurité, puis transmet un rapport à la direction.</a:t>
            </a:r>
            <a:br>
              <a:rPr lang="fr-FR" sz="2800" dirty="0"/>
            </a:br>
            <a:endParaRPr lang="fr-FR" sz="2800" dirty="0"/>
          </a:p>
        </p:txBody>
      </p:sp>
    </p:spTree>
    <p:extLst>
      <p:ext uri="{BB962C8B-B14F-4D97-AF65-F5344CB8AC3E}">
        <p14:creationId xmlns:p14="http://schemas.microsoft.com/office/powerpoint/2010/main" val="3424710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74"/>
        <p:cNvGrpSpPr/>
        <p:nvPr/>
      </p:nvGrpSpPr>
      <p:grpSpPr>
        <a:xfrm>
          <a:off x="0" y="0"/>
          <a:ext cx="0" cy="0"/>
          <a:chOff x="0" y="0"/>
          <a:chExt cx="0" cy="0"/>
        </a:xfrm>
      </p:grpSpPr>
      <p:grpSp>
        <p:nvGrpSpPr>
          <p:cNvPr id="3675" name="Google Shape;3675;p47"/>
          <p:cNvGrpSpPr/>
          <p:nvPr/>
        </p:nvGrpSpPr>
        <p:grpSpPr>
          <a:xfrm>
            <a:off x="3716872" y="2330592"/>
            <a:ext cx="1272330" cy="726958"/>
            <a:chOff x="4030253" y="-1410465"/>
            <a:chExt cx="1272330" cy="726958"/>
          </a:xfrm>
        </p:grpSpPr>
        <p:sp>
          <p:nvSpPr>
            <p:cNvPr id="3676" name="Google Shape;3676;p47"/>
            <p:cNvSpPr/>
            <p:nvPr/>
          </p:nvSpPr>
          <p:spPr>
            <a:xfrm>
              <a:off x="5176563" y="-141046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47"/>
            <p:cNvSpPr/>
            <p:nvPr/>
          </p:nvSpPr>
          <p:spPr>
            <a:xfrm>
              <a:off x="4221304" y="-141046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47"/>
            <p:cNvSpPr/>
            <p:nvPr/>
          </p:nvSpPr>
          <p:spPr>
            <a:xfrm>
              <a:off x="4412356" y="-141046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47"/>
            <p:cNvSpPr/>
            <p:nvPr/>
          </p:nvSpPr>
          <p:spPr>
            <a:xfrm>
              <a:off x="4030253" y="-141046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47"/>
            <p:cNvSpPr/>
            <p:nvPr/>
          </p:nvSpPr>
          <p:spPr>
            <a:xfrm>
              <a:off x="5176563"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47"/>
            <p:cNvSpPr/>
            <p:nvPr/>
          </p:nvSpPr>
          <p:spPr>
            <a:xfrm>
              <a:off x="5176563"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47"/>
            <p:cNvSpPr/>
            <p:nvPr/>
          </p:nvSpPr>
          <p:spPr>
            <a:xfrm>
              <a:off x="5176563"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47"/>
            <p:cNvSpPr/>
            <p:nvPr/>
          </p:nvSpPr>
          <p:spPr>
            <a:xfrm>
              <a:off x="4794459"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47"/>
            <p:cNvSpPr/>
            <p:nvPr/>
          </p:nvSpPr>
          <p:spPr>
            <a:xfrm>
              <a:off x="4794459"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47"/>
            <p:cNvSpPr/>
            <p:nvPr/>
          </p:nvSpPr>
          <p:spPr>
            <a:xfrm>
              <a:off x="4794459"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47"/>
            <p:cNvSpPr/>
            <p:nvPr/>
          </p:nvSpPr>
          <p:spPr>
            <a:xfrm>
              <a:off x="4985511"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47"/>
            <p:cNvSpPr/>
            <p:nvPr/>
          </p:nvSpPr>
          <p:spPr>
            <a:xfrm>
              <a:off x="4985511"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47"/>
            <p:cNvSpPr/>
            <p:nvPr/>
          </p:nvSpPr>
          <p:spPr>
            <a:xfrm>
              <a:off x="4985511"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47"/>
            <p:cNvSpPr/>
            <p:nvPr/>
          </p:nvSpPr>
          <p:spPr>
            <a:xfrm>
              <a:off x="4603408"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47"/>
            <p:cNvSpPr/>
            <p:nvPr/>
          </p:nvSpPr>
          <p:spPr>
            <a:xfrm>
              <a:off x="4603408"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47"/>
            <p:cNvSpPr/>
            <p:nvPr/>
          </p:nvSpPr>
          <p:spPr>
            <a:xfrm>
              <a:off x="4221304"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47"/>
            <p:cNvSpPr/>
            <p:nvPr/>
          </p:nvSpPr>
          <p:spPr>
            <a:xfrm>
              <a:off x="4221304"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47"/>
            <p:cNvSpPr/>
            <p:nvPr/>
          </p:nvSpPr>
          <p:spPr>
            <a:xfrm>
              <a:off x="4412356"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47"/>
            <p:cNvSpPr/>
            <p:nvPr/>
          </p:nvSpPr>
          <p:spPr>
            <a:xfrm>
              <a:off x="4412356"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47"/>
            <p:cNvSpPr/>
            <p:nvPr/>
          </p:nvSpPr>
          <p:spPr>
            <a:xfrm>
              <a:off x="4412356"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47"/>
            <p:cNvSpPr/>
            <p:nvPr/>
          </p:nvSpPr>
          <p:spPr>
            <a:xfrm>
              <a:off x="4030253" y="-120986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47"/>
            <p:cNvSpPr/>
            <p:nvPr/>
          </p:nvSpPr>
          <p:spPr>
            <a:xfrm>
              <a:off x="4030253" y="-100969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47"/>
            <p:cNvSpPr/>
            <p:nvPr/>
          </p:nvSpPr>
          <p:spPr>
            <a:xfrm>
              <a:off x="4030253" y="-80952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9" name="Google Shape;3699;p47"/>
          <p:cNvGrpSpPr/>
          <p:nvPr/>
        </p:nvGrpSpPr>
        <p:grpSpPr>
          <a:xfrm>
            <a:off x="6111660" y="1690379"/>
            <a:ext cx="1463362" cy="726522"/>
            <a:chOff x="8172753" y="6539578"/>
            <a:chExt cx="1463362" cy="726522"/>
          </a:xfrm>
        </p:grpSpPr>
        <p:sp>
          <p:nvSpPr>
            <p:cNvPr id="3700" name="Google Shape;3700;p47"/>
            <p:cNvSpPr/>
            <p:nvPr/>
          </p:nvSpPr>
          <p:spPr>
            <a:xfrm>
              <a:off x="9510115" y="653957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47"/>
            <p:cNvSpPr/>
            <p:nvPr/>
          </p:nvSpPr>
          <p:spPr>
            <a:xfrm>
              <a:off x="9510115" y="693991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47"/>
            <p:cNvSpPr/>
            <p:nvPr/>
          </p:nvSpPr>
          <p:spPr>
            <a:xfrm>
              <a:off x="9510115" y="714007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47"/>
            <p:cNvSpPr/>
            <p:nvPr/>
          </p:nvSpPr>
          <p:spPr>
            <a:xfrm>
              <a:off x="9319063" y="6539578"/>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47"/>
            <p:cNvSpPr/>
            <p:nvPr/>
          </p:nvSpPr>
          <p:spPr>
            <a:xfrm>
              <a:off x="9319063" y="693991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47"/>
            <p:cNvSpPr/>
            <p:nvPr/>
          </p:nvSpPr>
          <p:spPr>
            <a:xfrm>
              <a:off x="9319063" y="7140079"/>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47"/>
            <p:cNvSpPr/>
            <p:nvPr/>
          </p:nvSpPr>
          <p:spPr>
            <a:xfrm>
              <a:off x="8936960"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47"/>
            <p:cNvSpPr/>
            <p:nvPr/>
          </p:nvSpPr>
          <p:spPr>
            <a:xfrm>
              <a:off x="9128011"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47"/>
            <p:cNvSpPr/>
            <p:nvPr/>
          </p:nvSpPr>
          <p:spPr>
            <a:xfrm>
              <a:off x="9128011" y="6939912"/>
              <a:ext cx="126000" cy="126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47"/>
            <p:cNvSpPr/>
            <p:nvPr/>
          </p:nvSpPr>
          <p:spPr>
            <a:xfrm>
              <a:off x="8745908" y="6539578"/>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47"/>
            <p:cNvSpPr/>
            <p:nvPr/>
          </p:nvSpPr>
          <p:spPr>
            <a:xfrm>
              <a:off x="8745908"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47"/>
            <p:cNvSpPr/>
            <p:nvPr/>
          </p:nvSpPr>
          <p:spPr>
            <a:xfrm>
              <a:off x="8745908" y="693991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47"/>
            <p:cNvSpPr/>
            <p:nvPr/>
          </p:nvSpPr>
          <p:spPr>
            <a:xfrm>
              <a:off x="8363805" y="6539578"/>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47"/>
            <p:cNvSpPr/>
            <p:nvPr/>
          </p:nvSpPr>
          <p:spPr>
            <a:xfrm>
              <a:off x="8363805"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47"/>
            <p:cNvSpPr/>
            <p:nvPr/>
          </p:nvSpPr>
          <p:spPr>
            <a:xfrm>
              <a:off x="8363805" y="71400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47"/>
            <p:cNvSpPr/>
            <p:nvPr/>
          </p:nvSpPr>
          <p:spPr>
            <a:xfrm>
              <a:off x="8554856"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47"/>
            <p:cNvSpPr/>
            <p:nvPr/>
          </p:nvSpPr>
          <p:spPr>
            <a:xfrm>
              <a:off x="8554856" y="693991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47"/>
            <p:cNvSpPr/>
            <p:nvPr/>
          </p:nvSpPr>
          <p:spPr>
            <a:xfrm>
              <a:off x="8554856" y="71400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47"/>
            <p:cNvSpPr/>
            <p:nvPr/>
          </p:nvSpPr>
          <p:spPr>
            <a:xfrm>
              <a:off x="8172753" y="673974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47"/>
            <p:cNvSpPr/>
            <p:nvPr/>
          </p:nvSpPr>
          <p:spPr>
            <a:xfrm>
              <a:off x="8172753" y="693991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0" name="Google Shape;3720;p47"/>
          <p:cNvGrpSpPr/>
          <p:nvPr/>
        </p:nvGrpSpPr>
        <p:grpSpPr>
          <a:xfrm>
            <a:off x="1590355" y="1289002"/>
            <a:ext cx="1654433" cy="726522"/>
            <a:chOff x="-453166" y="5813044"/>
            <a:chExt cx="1654433" cy="726522"/>
          </a:xfrm>
        </p:grpSpPr>
        <p:sp>
          <p:nvSpPr>
            <p:cNvPr id="3721" name="Google Shape;3721;p47"/>
            <p:cNvSpPr/>
            <p:nvPr/>
          </p:nvSpPr>
          <p:spPr>
            <a:xfrm>
              <a:off x="1075248" y="641354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47"/>
            <p:cNvSpPr/>
            <p:nvPr/>
          </p:nvSpPr>
          <p:spPr>
            <a:xfrm>
              <a:off x="693144"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47"/>
            <p:cNvSpPr/>
            <p:nvPr/>
          </p:nvSpPr>
          <p:spPr>
            <a:xfrm>
              <a:off x="693144"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47"/>
            <p:cNvSpPr/>
            <p:nvPr/>
          </p:nvSpPr>
          <p:spPr>
            <a:xfrm>
              <a:off x="693144" y="641354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47"/>
            <p:cNvSpPr/>
            <p:nvPr/>
          </p:nvSpPr>
          <p:spPr>
            <a:xfrm>
              <a:off x="884196"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47"/>
            <p:cNvSpPr/>
            <p:nvPr/>
          </p:nvSpPr>
          <p:spPr>
            <a:xfrm>
              <a:off x="884196"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47"/>
            <p:cNvSpPr/>
            <p:nvPr/>
          </p:nvSpPr>
          <p:spPr>
            <a:xfrm>
              <a:off x="502093"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47"/>
            <p:cNvSpPr/>
            <p:nvPr/>
          </p:nvSpPr>
          <p:spPr>
            <a:xfrm>
              <a:off x="502093" y="601321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47"/>
            <p:cNvSpPr/>
            <p:nvPr/>
          </p:nvSpPr>
          <p:spPr>
            <a:xfrm>
              <a:off x="502093"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47"/>
            <p:cNvSpPr/>
            <p:nvPr/>
          </p:nvSpPr>
          <p:spPr>
            <a:xfrm>
              <a:off x="502093" y="641354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47"/>
            <p:cNvSpPr/>
            <p:nvPr/>
          </p:nvSpPr>
          <p:spPr>
            <a:xfrm>
              <a:off x="119989"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47"/>
            <p:cNvSpPr/>
            <p:nvPr/>
          </p:nvSpPr>
          <p:spPr>
            <a:xfrm>
              <a:off x="119989" y="601321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47"/>
            <p:cNvSpPr/>
            <p:nvPr/>
          </p:nvSpPr>
          <p:spPr>
            <a:xfrm>
              <a:off x="119989"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47"/>
            <p:cNvSpPr/>
            <p:nvPr/>
          </p:nvSpPr>
          <p:spPr>
            <a:xfrm>
              <a:off x="119989" y="641354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47"/>
            <p:cNvSpPr/>
            <p:nvPr/>
          </p:nvSpPr>
          <p:spPr>
            <a:xfrm>
              <a:off x="311041"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47"/>
            <p:cNvSpPr/>
            <p:nvPr/>
          </p:nvSpPr>
          <p:spPr>
            <a:xfrm>
              <a:off x="311041" y="601321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47"/>
            <p:cNvSpPr/>
            <p:nvPr/>
          </p:nvSpPr>
          <p:spPr>
            <a:xfrm>
              <a:off x="311041"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47"/>
            <p:cNvSpPr/>
            <p:nvPr/>
          </p:nvSpPr>
          <p:spPr>
            <a:xfrm>
              <a:off x="311041" y="6413546"/>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47"/>
            <p:cNvSpPr/>
            <p:nvPr/>
          </p:nvSpPr>
          <p:spPr>
            <a:xfrm>
              <a:off x="-71062"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47"/>
            <p:cNvSpPr/>
            <p:nvPr/>
          </p:nvSpPr>
          <p:spPr>
            <a:xfrm>
              <a:off x="-71062" y="621337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47"/>
            <p:cNvSpPr/>
            <p:nvPr/>
          </p:nvSpPr>
          <p:spPr>
            <a:xfrm>
              <a:off x="-453166" y="601321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47"/>
            <p:cNvSpPr/>
            <p:nvPr/>
          </p:nvSpPr>
          <p:spPr>
            <a:xfrm>
              <a:off x="-262114" y="581304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47"/>
            <p:cNvSpPr/>
            <p:nvPr/>
          </p:nvSpPr>
          <p:spPr>
            <a:xfrm>
              <a:off x="-262114" y="6013211"/>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44" name="Google Shape;3744;p47"/>
          <p:cNvSpPr txBox="1">
            <a:spLocks noGrp="1"/>
          </p:cNvSpPr>
          <p:nvPr>
            <p:ph type="title"/>
          </p:nvPr>
        </p:nvSpPr>
        <p:spPr>
          <a:xfrm>
            <a:off x="772102" y="152235"/>
            <a:ext cx="7160729" cy="831300"/>
          </a:xfrm>
          <a:prstGeom prst="rect">
            <a:avLst/>
          </a:prstGeom>
        </p:spPr>
        <p:txBody>
          <a:bodyPr spcFirstLastPara="1" wrap="square" lIns="91425" tIns="91425" rIns="91425" bIns="91425" anchor="t" anchorCtr="0">
            <a:noAutofit/>
          </a:bodyPr>
          <a:lstStyle/>
          <a:p>
            <a:pPr>
              <a:lnSpc>
                <a:spcPct val="107000"/>
              </a:lnSpc>
              <a:spcAft>
                <a:spcPts val="800"/>
              </a:spcAft>
            </a:pPr>
            <a:r>
              <a:rPr lang="fr-FR" sz="3200" dirty="0">
                <a:effectLst/>
                <a:latin typeface="Alumni Sans Pinstripe" pitchFamily="2" charset="0"/>
                <a:ea typeface="Calibri" panose="020F0502020204030204" pitchFamily="34" charset="0"/>
                <a:cs typeface="Arial" panose="020B0604020202020204" pitchFamily="34" charset="0"/>
              </a:rPr>
              <a:t>Classification des IDS</a:t>
            </a:r>
            <a:br>
              <a:rPr lang="fr-FR" sz="3200" dirty="0">
                <a:effectLst/>
                <a:latin typeface="Alumni Sans Pinstripe" pitchFamily="2" charset="0"/>
                <a:ea typeface="Calibri" panose="020F0502020204030204" pitchFamily="34" charset="0"/>
                <a:cs typeface="Arial" panose="020B0604020202020204" pitchFamily="34" charset="0"/>
              </a:rPr>
            </a:br>
            <a:endParaRPr lang="fr-FR" sz="3200" dirty="0">
              <a:effectLst/>
              <a:latin typeface="Alumni Sans Pinstripe" pitchFamily="2" charset="0"/>
              <a:ea typeface="Calibri" panose="020F0502020204030204" pitchFamily="34" charset="0"/>
              <a:cs typeface="Arial" panose="020B0604020202020204" pitchFamily="34" charset="0"/>
            </a:endParaRPr>
          </a:p>
        </p:txBody>
      </p:sp>
      <p:sp>
        <p:nvSpPr>
          <p:cNvPr id="3745" name="Google Shape;3745;p47"/>
          <p:cNvSpPr txBox="1">
            <a:spLocks noGrp="1"/>
          </p:cNvSpPr>
          <p:nvPr>
            <p:ph type="title" idx="2"/>
          </p:nvPr>
        </p:nvSpPr>
        <p:spPr>
          <a:xfrm>
            <a:off x="884163" y="2827841"/>
            <a:ext cx="2006700" cy="527700"/>
          </a:xfrm>
          <a:prstGeom prst="rect">
            <a:avLst/>
          </a:prstGeom>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dirty="0">
                <a:effectLst/>
                <a:latin typeface="Advent Pro" panose="02000506040000020004" pitchFamily="2" charset="0"/>
                <a:ea typeface="Calibri" panose="020F0502020204030204" pitchFamily="34" charset="0"/>
                <a:cs typeface="Times New Roman" panose="02020603050405020304" pitchFamily="18" charset="0"/>
              </a:rPr>
              <a:t>HIDS</a:t>
            </a:r>
            <a:endParaRPr sz="7200" dirty="0">
              <a:latin typeface="Advent Pro" panose="02000506040000020004" pitchFamily="2" charset="0"/>
            </a:endParaRPr>
          </a:p>
        </p:txBody>
      </p:sp>
      <p:sp>
        <p:nvSpPr>
          <p:cNvPr id="3746" name="Google Shape;3746;p47"/>
          <p:cNvSpPr txBox="1">
            <a:spLocks noGrp="1"/>
          </p:cNvSpPr>
          <p:nvPr>
            <p:ph type="subTitle" idx="1"/>
          </p:nvPr>
        </p:nvSpPr>
        <p:spPr>
          <a:xfrm>
            <a:off x="199497" y="3252967"/>
            <a:ext cx="3285893" cy="831300"/>
          </a:xfrm>
          <a:prstGeom prst="rect">
            <a:avLst/>
          </a:prstGeom>
          <a:ln>
            <a:noFill/>
          </a:ln>
        </p:spPr>
        <p:txBody>
          <a:bodyPr spcFirstLastPara="1" wrap="square" lIns="91425" tIns="91425" rIns="91425" bIns="91425" anchor="t" anchorCtr="0">
            <a:noAutofit/>
          </a:bodyPr>
          <a:lstStyle/>
          <a:p>
            <a:pPr>
              <a:lnSpc>
                <a:spcPct val="107000"/>
              </a:lnSpc>
              <a:spcAft>
                <a:spcPts val="800"/>
              </a:spcAft>
            </a:pPr>
            <a:r>
              <a:rPr lang="fr-FR" dirty="0">
                <a:effectLst/>
                <a:latin typeface="Advent Pro" panose="02000506040000020004" pitchFamily="2" charset="0"/>
                <a:ea typeface="Calibri" panose="020F0502020204030204" pitchFamily="34" charset="0"/>
                <a:cs typeface="Times New Roman" panose="02020603050405020304" pitchFamily="18" charset="0"/>
              </a:rPr>
              <a:t>(HostBased Intrusion Detection System) :  Analyse de fonctionnement ou de l'état de système </a:t>
            </a:r>
          </a:p>
        </p:txBody>
      </p:sp>
      <p:sp>
        <p:nvSpPr>
          <p:cNvPr id="3747" name="Google Shape;3747;p47"/>
          <p:cNvSpPr txBox="1">
            <a:spLocks noGrp="1"/>
          </p:cNvSpPr>
          <p:nvPr>
            <p:ph type="title" idx="3"/>
          </p:nvPr>
        </p:nvSpPr>
        <p:spPr>
          <a:xfrm>
            <a:off x="3893055" y="3378720"/>
            <a:ext cx="2006700" cy="527700"/>
          </a:xfrm>
          <a:prstGeom prst="rect">
            <a:avLst/>
          </a:prstGeom>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dirty="0">
                <a:effectLst/>
                <a:latin typeface="Advent Pro" panose="02000506040000020004" pitchFamily="2" charset="0"/>
                <a:ea typeface="Calibri" panose="020F0502020204030204" pitchFamily="34" charset="0"/>
                <a:cs typeface="Times New Roman" panose="02020603050405020304" pitchFamily="18" charset="0"/>
              </a:rPr>
              <a:t>NIDS</a:t>
            </a:r>
            <a:endParaRPr lang="fr-FR" dirty="0"/>
          </a:p>
        </p:txBody>
      </p:sp>
      <p:sp>
        <p:nvSpPr>
          <p:cNvPr id="3748" name="Google Shape;3748;p47"/>
          <p:cNvSpPr txBox="1">
            <a:spLocks noGrp="1"/>
          </p:cNvSpPr>
          <p:nvPr>
            <p:ph type="subTitle" idx="4"/>
          </p:nvPr>
        </p:nvSpPr>
        <p:spPr>
          <a:xfrm>
            <a:off x="3394182" y="3920780"/>
            <a:ext cx="2974509" cy="831300"/>
          </a:xfrm>
          <a:prstGeom prst="rect">
            <a:avLst/>
          </a:prstGeom>
          <a:ln>
            <a:noFill/>
          </a:ln>
        </p:spPr>
        <p:txBody>
          <a:bodyPr spcFirstLastPara="1" wrap="square" lIns="91425" tIns="91425" rIns="91425" bIns="91425" anchor="t" anchorCtr="0">
            <a:noAutofit/>
          </a:bodyPr>
          <a:lstStyle/>
          <a:p>
            <a:pPr marL="0" lvl="0" indent="0">
              <a:lnSpc>
                <a:spcPct val="107000"/>
              </a:lnSpc>
              <a:spcAft>
                <a:spcPts val="800"/>
              </a:spcAft>
              <a:tabLst>
                <a:tab pos="457200" algn="l"/>
              </a:tabLst>
            </a:pPr>
            <a:r>
              <a:rPr lang="fr-FR" dirty="0">
                <a:effectLst/>
                <a:latin typeface="Advent Pro" panose="02000506040000020004" pitchFamily="2" charset="0"/>
                <a:ea typeface="Calibri" panose="020F0502020204030204" pitchFamily="34" charset="0"/>
                <a:cs typeface="Times New Roman" panose="02020603050405020304" pitchFamily="18" charset="0"/>
              </a:rPr>
              <a:t>( Network </a:t>
            </a:r>
            <a:r>
              <a:rPr lang="fr-FR" dirty="0" err="1">
                <a:effectLst/>
                <a:latin typeface="Advent Pro" panose="02000506040000020004" pitchFamily="2" charset="0"/>
                <a:ea typeface="Calibri" panose="020F0502020204030204" pitchFamily="34" charset="0"/>
                <a:cs typeface="Times New Roman" panose="02020603050405020304" pitchFamily="18" charset="0"/>
              </a:rPr>
              <a:t>Based</a:t>
            </a:r>
            <a:r>
              <a:rPr lang="fr-FR" dirty="0">
                <a:effectLst/>
                <a:latin typeface="Advent Pro" panose="02000506040000020004" pitchFamily="2" charset="0"/>
                <a:ea typeface="Calibri" panose="020F0502020204030204" pitchFamily="34" charset="0"/>
                <a:cs typeface="Times New Roman" panose="02020603050405020304" pitchFamily="18" charset="0"/>
              </a:rPr>
              <a:t> Intrusion Detection System) :  Analyse le trafic réseau;</a:t>
            </a:r>
          </a:p>
        </p:txBody>
      </p:sp>
      <p:sp>
        <p:nvSpPr>
          <p:cNvPr id="3749" name="Google Shape;3749;p47"/>
          <p:cNvSpPr txBox="1">
            <a:spLocks noGrp="1"/>
          </p:cNvSpPr>
          <p:nvPr>
            <p:ph type="title" idx="5"/>
          </p:nvPr>
        </p:nvSpPr>
        <p:spPr>
          <a:xfrm>
            <a:off x="6459174" y="2811550"/>
            <a:ext cx="2006700" cy="527700"/>
          </a:xfrm>
          <a:prstGeom prst="rect">
            <a:avLst/>
          </a:prstGeom>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sz="2400" dirty="0">
                <a:effectLst/>
                <a:latin typeface="Advent Pro" panose="02000506040000020004" pitchFamily="2" charset="0"/>
                <a:ea typeface="Calibri" panose="020F0502020204030204" pitchFamily="34" charset="0"/>
                <a:cs typeface="Times New Roman" panose="02020603050405020304" pitchFamily="18" charset="0"/>
              </a:rPr>
              <a:t>IDS hybrides </a:t>
            </a:r>
            <a:endParaRPr dirty="0"/>
          </a:p>
        </p:txBody>
      </p:sp>
      <p:sp>
        <p:nvSpPr>
          <p:cNvPr id="3750" name="Google Shape;3750;p47"/>
          <p:cNvSpPr txBox="1">
            <a:spLocks noGrp="1"/>
          </p:cNvSpPr>
          <p:nvPr>
            <p:ph type="subTitle" idx="6"/>
          </p:nvPr>
        </p:nvSpPr>
        <p:spPr>
          <a:xfrm>
            <a:off x="6368691" y="3303766"/>
            <a:ext cx="2006700" cy="831300"/>
          </a:xfrm>
          <a:prstGeom prst="rect">
            <a:avLst/>
          </a:prstGeom>
          <a:ln>
            <a:noFill/>
          </a:ln>
        </p:spPr>
        <p:txBody>
          <a:bodyPr spcFirstLastPara="1" wrap="square" lIns="91425" tIns="91425" rIns="91425" bIns="91425" anchor="t" anchorCtr="0">
            <a:noAutofit/>
          </a:bodyPr>
          <a:lstStyle/>
          <a:p>
            <a:pPr marL="0" lvl="0" indent="0">
              <a:lnSpc>
                <a:spcPct val="107000"/>
              </a:lnSpc>
              <a:spcAft>
                <a:spcPts val="800"/>
              </a:spcAft>
              <a:tabLst>
                <a:tab pos="457200" algn="l"/>
              </a:tabLst>
            </a:pPr>
            <a:r>
              <a:rPr lang="fr-FR" sz="1400" dirty="0">
                <a:effectLst/>
                <a:latin typeface="Advent Pro" panose="02000506040000020004" pitchFamily="2" charset="0"/>
                <a:ea typeface="Calibri" panose="020F0502020204030204" pitchFamily="34" charset="0"/>
                <a:cs typeface="Times New Roman" panose="02020603050405020304" pitchFamily="18" charset="0"/>
              </a:rPr>
              <a:t>La combinaison d'</a:t>
            </a:r>
            <a:r>
              <a:rPr lang="fr-FR" sz="1400" b="1" dirty="0">
                <a:effectLst/>
                <a:latin typeface="Advent Pro" panose="02000506040000020004" pitchFamily="2" charset="0"/>
                <a:ea typeface="Calibri" panose="020F0502020204030204" pitchFamily="34" charset="0"/>
                <a:cs typeface="Times New Roman" panose="02020603050405020304" pitchFamily="18" charset="0"/>
              </a:rPr>
              <a:t>HIDS</a:t>
            </a:r>
            <a:r>
              <a:rPr lang="fr-FR" sz="1400" dirty="0">
                <a:effectLst/>
                <a:latin typeface="Advent Pro" panose="02000506040000020004" pitchFamily="2" charset="0"/>
                <a:ea typeface="Calibri" panose="020F0502020204030204" pitchFamily="34" charset="0"/>
                <a:cs typeface="Times New Roman" panose="02020603050405020304" pitchFamily="18" charset="0"/>
              </a:rPr>
              <a:t> et de </a:t>
            </a:r>
            <a:r>
              <a:rPr lang="fr-FR" sz="1400" b="1" dirty="0">
                <a:effectLst/>
                <a:latin typeface="Advent Pro" panose="02000506040000020004" pitchFamily="2" charset="0"/>
                <a:ea typeface="Calibri" panose="020F0502020204030204" pitchFamily="34" charset="0"/>
                <a:cs typeface="Times New Roman" panose="02020603050405020304" pitchFamily="18" charset="0"/>
              </a:rPr>
              <a:t>NIDS</a:t>
            </a:r>
            <a:r>
              <a:rPr lang="fr-FR" sz="1400" dirty="0">
                <a:effectLst/>
                <a:latin typeface="Advent Pro" panose="02000506040000020004" pitchFamily="2" charset="0"/>
                <a:ea typeface="Calibri" panose="020F0502020204030204" pitchFamily="34" charset="0"/>
                <a:cs typeface="Times New Roman" panose="02020603050405020304" pitchFamily="18" charset="0"/>
              </a:rPr>
              <a:t> .</a:t>
            </a:r>
            <a:endParaRPr lang="fr-FR" sz="1400" dirty="0">
              <a:latin typeface="Advent Pro" panose="02000506040000020004" pitchFamily="2" charset="0"/>
            </a:endParaRPr>
          </a:p>
        </p:txBody>
      </p:sp>
      <p:grpSp>
        <p:nvGrpSpPr>
          <p:cNvPr id="3751" name="Google Shape;3751;p47"/>
          <p:cNvGrpSpPr/>
          <p:nvPr/>
        </p:nvGrpSpPr>
        <p:grpSpPr>
          <a:xfrm>
            <a:off x="8375391" y="274915"/>
            <a:ext cx="485944" cy="339170"/>
            <a:chOff x="5265975" y="1869575"/>
            <a:chExt cx="269400" cy="128825"/>
          </a:xfrm>
        </p:grpSpPr>
        <p:cxnSp>
          <p:nvCxnSpPr>
            <p:cNvPr id="3752" name="Google Shape;3752;p47"/>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3753" name="Google Shape;3753;p47"/>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3754" name="Google Shape;3754;p47"/>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3755" name="Google Shape;3755;p47"/>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3756" name="Google Shape;3756;p47"/>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
        <p:nvSpPr>
          <p:cNvPr id="3757" name="Google Shape;3757;p47"/>
          <p:cNvSpPr/>
          <p:nvPr/>
        </p:nvSpPr>
        <p:spPr>
          <a:xfrm>
            <a:off x="1345186" y="1548483"/>
            <a:ext cx="1207200" cy="1207500"/>
          </a:xfrm>
          <a:prstGeom prst="ellipse">
            <a:avLst/>
          </a:prstGeom>
          <a:gradFill>
            <a:gsLst>
              <a:gs pos="0">
                <a:schemeClr val="lt1"/>
              </a:gs>
              <a:gs pos="100000">
                <a:schemeClr val="dk2"/>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8" name="Google Shape;3758;p47"/>
          <p:cNvSpPr/>
          <p:nvPr/>
        </p:nvSpPr>
        <p:spPr>
          <a:xfrm>
            <a:off x="4049988" y="1957974"/>
            <a:ext cx="1207200" cy="1207500"/>
          </a:xfrm>
          <a:prstGeom prst="ellipse">
            <a:avLst/>
          </a:prstGeom>
          <a:gradFill>
            <a:gsLst>
              <a:gs pos="0">
                <a:schemeClr val="lt1"/>
              </a:gs>
              <a:gs pos="100000">
                <a:schemeClr val="dk2"/>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47"/>
          <p:cNvSpPr/>
          <p:nvPr/>
        </p:nvSpPr>
        <p:spPr>
          <a:xfrm>
            <a:off x="6747825" y="1539900"/>
            <a:ext cx="1207200" cy="1207500"/>
          </a:xfrm>
          <a:prstGeom prst="ellipse">
            <a:avLst/>
          </a:prstGeom>
          <a:gradFill>
            <a:gsLst>
              <a:gs pos="0">
                <a:schemeClr val="lt1"/>
              </a:gs>
              <a:gs pos="100000">
                <a:schemeClr val="dk2"/>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60" name="Google Shape;3760;p47"/>
          <p:cNvGrpSpPr/>
          <p:nvPr/>
        </p:nvGrpSpPr>
        <p:grpSpPr>
          <a:xfrm>
            <a:off x="7129969" y="1893880"/>
            <a:ext cx="485909" cy="488506"/>
            <a:chOff x="6069423" y="2891892"/>
            <a:chExt cx="362321" cy="364231"/>
          </a:xfrm>
        </p:grpSpPr>
        <p:sp>
          <p:nvSpPr>
            <p:cNvPr id="3761" name="Google Shape;3761;p47"/>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47"/>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47"/>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47"/>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47"/>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47"/>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7" name="Google Shape;3767;p47"/>
          <p:cNvGrpSpPr/>
          <p:nvPr/>
        </p:nvGrpSpPr>
        <p:grpSpPr>
          <a:xfrm>
            <a:off x="4382527" y="2360164"/>
            <a:ext cx="527700" cy="491022"/>
            <a:chOff x="6099375" y="2456075"/>
            <a:chExt cx="337684" cy="314194"/>
          </a:xfrm>
        </p:grpSpPr>
        <p:sp>
          <p:nvSpPr>
            <p:cNvPr id="3768" name="Google Shape;3768;p47"/>
            <p:cNvSpPr/>
            <p:nvPr/>
          </p:nvSpPr>
          <p:spPr>
            <a:xfrm>
              <a:off x="6099375" y="2456075"/>
              <a:ext cx="337684" cy="314194"/>
            </a:xfrm>
            <a:custGeom>
              <a:avLst/>
              <a:gdLst/>
              <a:ahLst/>
              <a:cxnLst/>
              <a:rect l="l" t="t" r="r" b="b"/>
              <a:pathLst>
                <a:path w="10609" h="9871" extrusionOk="0">
                  <a:moveTo>
                    <a:pt x="322" y="5025"/>
                  </a:moveTo>
                  <a:cubicBezTo>
                    <a:pt x="536" y="5227"/>
                    <a:pt x="857" y="5418"/>
                    <a:pt x="1274" y="5585"/>
                  </a:cubicBezTo>
                  <a:cubicBezTo>
                    <a:pt x="2048" y="5882"/>
                    <a:pt x="3060" y="6049"/>
                    <a:pt x="4143" y="6049"/>
                  </a:cubicBezTo>
                  <a:lnTo>
                    <a:pt x="4417" y="6049"/>
                  </a:lnTo>
                  <a:cubicBezTo>
                    <a:pt x="4429" y="6061"/>
                    <a:pt x="4465" y="6073"/>
                    <a:pt x="4477" y="6097"/>
                  </a:cubicBezTo>
                  <a:lnTo>
                    <a:pt x="4905" y="6347"/>
                  </a:lnTo>
                  <a:cubicBezTo>
                    <a:pt x="4894" y="6466"/>
                    <a:pt x="4882" y="6585"/>
                    <a:pt x="4882" y="6692"/>
                  </a:cubicBezTo>
                  <a:cubicBezTo>
                    <a:pt x="4882" y="6811"/>
                    <a:pt x="4894" y="6930"/>
                    <a:pt x="4905" y="7025"/>
                  </a:cubicBezTo>
                  <a:lnTo>
                    <a:pt x="4477" y="7287"/>
                  </a:lnTo>
                  <a:cubicBezTo>
                    <a:pt x="4405" y="7323"/>
                    <a:pt x="4358" y="7382"/>
                    <a:pt x="4346" y="7466"/>
                  </a:cubicBezTo>
                  <a:cubicBezTo>
                    <a:pt x="4322" y="7537"/>
                    <a:pt x="4322" y="7609"/>
                    <a:pt x="4370" y="7680"/>
                  </a:cubicBezTo>
                  <a:lnTo>
                    <a:pt x="4608" y="8085"/>
                  </a:lnTo>
                  <a:cubicBezTo>
                    <a:pt x="4564" y="8081"/>
                    <a:pt x="4517" y="8080"/>
                    <a:pt x="4467" y="8080"/>
                  </a:cubicBezTo>
                  <a:cubicBezTo>
                    <a:pt x="4368" y="8080"/>
                    <a:pt x="4263" y="8085"/>
                    <a:pt x="4167" y="8085"/>
                  </a:cubicBezTo>
                  <a:cubicBezTo>
                    <a:pt x="3120" y="8085"/>
                    <a:pt x="2143" y="7942"/>
                    <a:pt x="1393" y="7656"/>
                  </a:cubicBezTo>
                  <a:cubicBezTo>
                    <a:pt x="714" y="7406"/>
                    <a:pt x="322" y="7061"/>
                    <a:pt x="322" y="6728"/>
                  </a:cubicBezTo>
                  <a:lnTo>
                    <a:pt x="322" y="5025"/>
                  </a:lnTo>
                  <a:close/>
                  <a:moveTo>
                    <a:pt x="4132" y="1"/>
                  </a:moveTo>
                  <a:cubicBezTo>
                    <a:pt x="3048" y="1"/>
                    <a:pt x="2036" y="167"/>
                    <a:pt x="1262" y="465"/>
                  </a:cubicBezTo>
                  <a:cubicBezTo>
                    <a:pt x="441" y="774"/>
                    <a:pt x="0" y="1215"/>
                    <a:pt x="0" y="1691"/>
                  </a:cubicBezTo>
                  <a:lnTo>
                    <a:pt x="0" y="6751"/>
                  </a:lnTo>
                  <a:cubicBezTo>
                    <a:pt x="0" y="7228"/>
                    <a:pt x="441" y="7656"/>
                    <a:pt x="1262" y="7966"/>
                  </a:cubicBezTo>
                  <a:cubicBezTo>
                    <a:pt x="2036" y="8264"/>
                    <a:pt x="3048" y="8430"/>
                    <a:pt x="4132" y="8430"/>
                  </a:cubicBezTo>
                  <a:cubicBezTo>
                    <a:pt x="4346" y="8430"/>
                    <a:pt x="4548" y="8430"/>
                    <a:pt x="4763" y="8418"/>
                  </a:cubicBezTo>
                  <a:lnTo>
                    <a:pt x="5025" y="8871"/>
                  </a:lnTo>
                  <a:cubicBezTo>
                    <a:pt x="5072" y="8954"/>
                    <a:pt x="5132" y="8990"/>
                    <a:pt x="5203" y="9014"/>
                  </a:cubicBezTo>
                  <a:cubicBezTo>
                    <a:pt x="5227" y="9018"/>
                    <a:pt x="5252" y="9020"/>
                    <a:pt x="5278" y="9020"/>
                  </a:cubicBezTo>
                  <a:cubicBezTo>
                    <a:pt x="5329" y="9020"/>
                    <a:pt x="5382" y="9010"/>
                    <a:pt x="5429" y="8978"/>
                  </a:cubicBezTo>
                  <a:lnTo>
                    <a:pt x="5858" y="8728"/>
                  </a:lnTo>
                  <a:cubicBezTo>
                    <a:pt x="6037" y="8871"/>
                    <a:pt x="6251" y="8990"/>
                    <a:pt x="6465" y="9085"/>
                  </a:cubicBezTo>
                  <a:lnTo>
                    <a:pt x="6465" y="9573"/>
                  </a:lnTo>
                  <a:cubicBezTo>
                    <a:pt x="6465" y="9740"/>
                    <a:pt x="6608" y="9871"/>
                    <a:pt x="6763" y="9871"/>
                  </a:cubicBezTo>
                  <a:lnTo>
                    <a:pt x="8108" y="9871"/>
                  </a:lnTo>
                  <a:cubicBezTo>
                    <a:pt x="8275" y="9871"/>
                    <a:pt x="8406" y="9740"/>
                    <a:pt x="8406" y="9573"/>
                  </a:cubicBezTo>
                  <a:lnTo>
                    <a:pt x="8406" y="9085"/>
                  </a:lnTo>
                  <a:cubicBezTo>
                    <a:pt x="8632" y="8990"/>
                    <a:pt x="8823" y="8871"/>
                    <a:pt x="9013" y="8728"/>
                  </a:cubicBezTo>
                  <a:lnTo>
                    <a:pt x="9442" y="8978"/>
                  </a:lnTo>
                  <a:cubicBezTo>
                    <a:pt x="9497" y="9010"/>
                    <a:pt x="9548" y="9020"/>
                    <a:pt x="9596" y="9020"/>
                  </a:cubicBezTo>
                  <a:cubicBezTo>
                    <a:pt x="9620" y="9020"/>
                    <a:pt x="9644" y="9018"/>
                    <a:pt x="9668" y="9014"/>
                  </a:cubicBezTo>
                  <a:cubicBezTo>
                    <a:pt x="9739" y="8990"/>
                    <a:pt x="9799" y="8930"/>
                    <a:pt x="9847" y="8871"/>
                  </a:cubicBezTo>
                  <a:lnTo>
                    <a:pt x="10513" y="7716"/>
                  </a:lnTo>
                  <a:cubicBezTo>
                    <a:pt x="10561" y="7597"/>
                    <a:pt x="10561" y="7525"/>
                    <a:pt x="10549" y="7442"/>
                  </a:cubicBezTo>
                  <a:cubicBezTo>
                    <a:pt x="10537" y="7371"/>
                    <a:pt x="10478" y="7311"/>
                    <a:pt x="10406" y="7263"/>
                  </a:cubicBezTo>
                  <a:lnTo>
                    <a:pt x="9978" y="7013"/>
                  </a:lnTo>
                  <a:cubicBezTo>
                    <a:pt x="9989" y="6894"/>
                    <a:pt x="10013" y="6775"/>
                    <a:pt x="10013" y="6668"/>
                  </a:cubicBezTo>
                  <a:cubicBezTo>
                    <a:pt x="10013" y="6549"/>
                    <a:pt x="10001" y="6430"/>
                    <a:pt x="9978" y="6335"/>
                  </a:cubicBezTo>
                  <a:lnTo>
                    <a:pt x="10406" y="6073"/>
                  </a:lnTo>
                  <a:cubicBezTo>
                    <a:pt x="10549" y="6001"/>
                    <a:pt x="10609" y="5823"/>
                    <a:pt x="10513" y="5680"/>
                  </a:cubicBezTo>
                  <a:lnTo>
                    <a:pt x="10311" y="5323"/>
                  </a:lnTo>
                  <a:cubicBezTo>
                    <a:pt x="10280" y="5268"/>
                    <a:pt x="10228" y="5239"/>
                    <a:pt x="10176" y="5239"/>
                  </a:cubicBezTo>
                  <a:cubicBezTo>
                    <a:pt x="10148" y="5239"/>
                    <a:pt x="10121" y="5247"/>
                    <a:pt x="10097" y="5263"/>
                  </a:cubicBezTo>
                  <a:cubicBezTo>
                    <a:pt x="10025" y="5299"/>
                    <a:pt x="9989" y="5394"/>
                    <a:pt x="10037" y="5466"/>
                  </a:cubicBezTo>
                  <a:lnTo>
                    <a:pt x="10228" y="5811"/>
                  </a:lnTo>
                  <a:lnTo>
                    <a:pt x="9727" y="6108"/>
                  </a:lnTo>
                  <a:cubicBezTo>
                    <a:pt x="9668" y="6132"/>
                    <a:pt x="9632" y="6216"/>
                    <a:pt x="9656" y="6275"/>
                  </a:cubicBezTo>
                  <a:cubicBezTo>
                    <a:pt x="9680" y="6406"/>
                    <a:pt x="9680" y="6537"/>
                    <a:pt x="9680" y="6668"/>
                  </a:cubicBezTo>
                  <a:cubicBezTo>
                    <a:pt x="9680" y="6811"/>
                    <a:pt x="9668" y="6942"/>
                    <a:pt x="9656" y="7073"/>
                  </a:cubicBezTo>
                  <a:cubicBezTo>
                    <a:pt x="9632" y="7132"/>
                    <a:pt x="9668" y="7204"/>
                    <a:pt x="9727" y="7240"/>
                  </a:cubicBezTo>
                  <a:lnTo>
                    <a:pt x="10228" y="7537"/>
                  </a:lnTo>
                  <a:lnTo>
                    <a:pt x="9573" y="8668"/>
                  </a:lnTo>
                  <a:lnTo>
                    <a:pt x="9073" y="8371"/>
                  </a:lnTo>
                  <a:cubicBezTo>
                    <a:pt x="9045" y="8354"/>
                    <a:pt x="9015" y="8345"/>
                    <a:pt x="8986" y="8345"/>
                  </a:cubicBezTo>
                  <a:cubicBezTo>
                    <a:pt x="8952" y="8345"/>
                    <a:pt x="8920" y="8357"/>
                    <a:pt x="8894" y="8383"/>
                  </a:cubicBezTo>
                  <a:cubicBezTo>
                    <a:pt x="8680" y="8561"/>
                    <a:pt x="8442" y="8692"/>
                    <a:pt x="8192" y="8787"/>
                  </a:cubicBezTo>
                  <a:cubicBezTo>
                    <a:pt x="8132" y="8799"/>
                    <a:pt x="8084" y="8859"/>
                    <a:pt x="8084" y="8930"/>
                  </a:cubicBezTo>
                  <a:lnTo>
                    <a:pt x="8084" y="9514"/>
                  </a:lnTo>
                  <a:lnTo>
                    <a:pt x="6775" y="9514"/>
                  </a:lnTo>
                  <a:lnTo>
                    <a:pt x="6775" y="8930"/>
                  </a:lnTo>
                  <a:cubicBezTo>
                    <a:pt x="6775" y="8871"/>
                    <a:pt x="6739" y="8811"/>
                    <a:pt x="6679" y="8787"/>
                  </a:cubicBezTo>
                  <a:cubicBezTo>
                    <a:pt x="6418" y="8692"/>
                    <a:pt x="6179" y="8561"/>
                    <a:pt x="5977" y="8383"/>
                  </a:cubicBezTo>
                  <a:cubicBezTo>
                    <a:pt x="5951" y="8357"/>
                    <a:pt x="5919" y="8345"/>
                    <a:pt x="5885" y="8345"/>
                  </a:cubicBezTo>
                  <a:cubicBezTo>
                    <a:pt x="5856" y="8345"/>
                    <a:pt x="5826" y="8354"/>
                    <a:pt x="5798" y="8371"/>
                  </a:cubicBezTo>
                  <a:lnTo>
                    <a:pt x="5286" y="8668"/>
                  </a:lnTo>
                  <a:lnTo>
                    <a:pt x="4632" y="7537"/>
                  </a:lnTo>
                  <a:lnTo>
                    <a:pt x="5144" y="7240"/>
                  </a:lnTo>
                  <a:cubicBezTo>
                    <a:pt x="5203" y="7204"/>
                    <a:pt x="5227" y="7132"/>
                    <a:pt x="5215" y="7073"/>
                  </a:cubicBezTo>
                  <a:cubicBezTo>
                    <a:pt x="5191" y="6942"/>
                    <a:pt x="5191" y="6811"/>
                    <a:pt x="5191" y="6668"/>
                  </a:cubicBezTo>
                  <a:cubicBezTo>
                    <a:pt x="5191" y="6537"/>
                    <a:pt x="5203" y="6406"/>
                    <a:pt x="5215" y="6275"/>
                  </a:cubicBezTo>
                  <a:cubicBezTo>
                    <a:pt x="5227" y="6216"/>
                    <a:pt x="5203" y="6132"/>
                    <a:pt x="5144" y="6108"/>
                  </a:cubicBezTo>
                  <a:lnTo>
                    <a:pt x="4632" y="5811"/>
                  </a:lnTo>
                  <a:lnTo>
                    <a:pt x="5286" y="4680"/>
                  </a:lnTo>
                  <a:lnTo>
                    <a:pt x="5798" y="4977"/>
                  </a:lnTo>
                  <a:cubicBezTo>
                    <a:pt x="5825" y="4988"/>
                    <a:pt x="5854" y="4994"/>
                    <a:pt x="5883" y="4994"/>
                  </a:cubicBezTo>
                  <a:cubicBezTo>
                    <a:pt x="5917" y="4994"/>
                    <a:pt x="5951" y="4985"/>
                    <a:pt x="5977" y="4965"/>
                  </a:cubicBezTo>
                  <a:cubicBezTo>
                    <a:pt x="6179" y="4787"/>
                    <a:pt x="6418" y="4644"/>
                    <a:pt x="6679" y="4561"/>
                  </a:cubicBezTo>
                  <a:cubicBezTo>
                    <a:pt x="6739" y="4549"/>
                    <a:pt x="6775" y="4489"/>
                    <a:pt x="6775" y="4406"/>
                  </a:cubicBezTo>
                  <a:lnTo>
                    <a:pt x="6775" y="3834"/>
                  </a:lnTo>
                  <a:lnTo>
                    <a:pt x="8084" y="3834"/>
                  </a:lnTo>
                  <a:lnTo>
                    <a:pt x="8084" y="4406"/>
                  </a:lnTo>
                  <a:cubicBezTo>
                    <a:pt x="8084" y="4465"/>
                    <a:pt x="8132" y="4525"/>
                    <a:pt x="8192" y="4561"/>
                  </a:cubicBezTo>
                  <a:cubicBezTo>
                    <a:pt x="8442" y="4644"/>
                    <a:pt x="8680" y="4787"/>
                    <a:pt x="8894" y="4965"/>
                  </a:cubicBezTo>
                  <a:cubicBezTo>
                    <a:pt x="8920" y="4985"/>
                    <a:pt x="8954" y="4994"/>
                    <a:pt x="8988" y="4994"/>
                  </a:cubicBezTo>
                  <a:cubicBezTo>
                    <a:pt x="9017" y="4994"/>
                    <a:pt x="9046" y="4988"/>
                    <a:pt x="9073" y="4977"/>
                  </a:cubicBezTo>
                  <a:lnTo>
                    <a:pt x="9573" y="4680"/>
                  </a:lnTo>
                  <a:lnTo>
                    <a:pt x="9716" y="4906"/>
                  </a:lnTo>
                  <a:cubicBezTo>
                    <a:pt x="9740" y="4955"/>
                    <a:pt x="9793" y="4982"/>
                    <a:pt x="9847" y="4982"/>
                  </a:cubicBezTo>
                  <a:cubicBezTo>
                    <a:pt x="9871" y="4982"/>
                    <a:pt x="9896" y="4977"/>
                    <a:pt x="9918" y="4965"/>
                  </a:cubicBezTo>
                  <a:cubicBezTo>
                    <a:pt x="9989" y="4918"/>
                    <a:pt x="10025" y="4823"/>
                    <a:pt x="9978" y="4751"/>
                  </a:cubicBezTo>
                  <a:lnTo>
                    <a:pt x="9847" y="4513"/>
                  </a:lnTo>
                  <a:cubicBezTo>
                    <a:pt x="9798" y="4424"/>
                    <a:pt x="9699" y="4367"/>
                    <a:pt x="9592" y="4367"/>
                  </a:cubicBezTo>
                  <a:cubicBezTo>
                    <a:pt x="9542" y="4367"/>
                    <a:pt x="9491" y="4379"/>
                    <a:pt x="9442" y="4406"/>
                  </a:cubicBezTo>
                  <a:lnTo>
                    <a:pt x="9013" y="4668"/>
                  </a:lnTo>
                  <a:cubicBezTo>
                    <a:pt x="8835" y="4513"/>
                    <a:pt x="8620" y="4394"/>
                    <a:pt x="8406" y="4311"/>
                  </a:cubicBezTo>
                  <a:lnTo>
                    <a:pt x="8406" y="3811"/>
                  </a:lnTo>
                  <a:cubicBezTo>
                    <a:pt x="8406" y="3727"/>
                    <a:pt x="8358" y="3632"/>
                    <a:pt x="8299" y="3596"/>
                  </a:cubicBezTo>
                  <a:lnTo>
                    <a:pt x="8299" y="1656"/>
                  </a:lnTo>
                  <a:cubicBezTo>
                    <a:pt x="8299" y="1060"/>
                    <a:pt x="7596" y="536"/>
                    <a:pt x="6394" y="239"/>
                  </a:cubicBezTo>
                  <a:cubicBezTo>
                    <a:pt x="6384" y="237"/>
                    <a:pt x="6375" y="237"/>
                    <a:pt x="6365" y="237"/>
                  </a:cubicBezTo>
                  <a:cubicBezTo>
                    <a:pt x="6284" y="237"/>
                    <a:pt x="6225" y="283"/>
                    <a:pt x="6203" y="358"/>
                  </a:cubicBezTo>
                  <a:cubicBezTo>
                    <a:pt x="6179" y="453"/>
                    <a:pt x="6227" y="524"/>
                    <a:pt x="6322" y="560"/>
                  </a:cubicBezTo>
                  <a:cubicBezTo>
                    <a:pt x="7346" y="810"/>
                    <a:pt x="7989" y="1239"/>
                    <a:pt x="7989" y="1667"/>
                  </a:cubicBezTo>
                  <a:cubicBezTo>
                    <a:pt x="7989" y="2001"/>
                    <a:pt x="7596" y="2346"/>
                    <a:pt x="6918" y="2596"/>
                  </a:cubicBezTo>
                  <a:cubicBezTo>
                    <a:pt x="6179" y="2882"/>
                    <a:pt x="5203" y="3025"/>
                    <a:pt x="4143" y="3025"/>
                  </a:cubicBezTo>
                  <a:cubicBezTo>
                    <a:pt x="3703" y="3025"/>
                    <a:pt x="3262" y="3001"/>
                    <a:pt x="2846" y="2941"/>
                  </a:cubicBezTo>
                  <a:cubicBezTo>
                    <a:pt x="2833" y="2938"/>
                    <a:pt x="2821" y="2936"/>
                    <a:pt x="2809" y="2936"/>
                  </a:cubicBezTo>
                  <a:cubicBezTo>
                    <a:pt x="2742" y="2936"/>
                    <a:pt x="2687" y="2991"/>
                    <a:pt x="2667" y="3072"/>
                  </a:cubicBezTo>
                  <a:cubicBezTo>
                    <a:pt x="2655" y="3156"/>
                    <a:pt x="2715" y="3239"/>
                    <a:pt x="2810" y="3251"/>
                  </a:cubicBezTo>
                  <a:cubicBezTo>
                    <a:pt x="3239" y="3311"/>
                    <a:pt x="3679" y="3334"/>
                    <a:pt x="4143" y="3334"/>
                  </a:cubicBezTo>
                  <a:cubicBezTo>
                    <a:pt x="5227" y="3334"/>
                    <a:pt x="6239" y="3168"/>
                    <a:pt x="7013" y="2870"/>
                  </a:cubicBezTo>
                  <a:cubicBezTo>
                    <a:pt x="7430" y="2715"/>
                    <a:pt x="7763" y="2525"/>
                    <a:pt x="7965" y="2310"/>
                  </a:cubicBezTo>
                  <a:lnTo>
                    <a:pt x="7965" y="3525"/>
                  </a:lnTo>
                  <a:lnTo>
                    <a:pt x="6751" y="3525"/>
                  </a:lnTo>
                  <a:cubicBezTo>
                    <a:pt x="6584" y="3525"/>
                    <a:pt x="6453" y="3668"/>
                    <a:pt x="6453" y="3822"/>
                  </a:cubicBezTo>
                  <a:lnTo>
                    <a:pt x="6453" y="4323"/>
                  </a:lnTo>
                  <a:cubicBezTo>
                    <a:pt x="6227" y="4406"/>
                    <a:pt x="6037" y="4525"/>
                    <a:pt x="5846" y="4680"/>
                  </a:cubicBezTo>
                  <a:lnTo>
                    <a:pt x="5406" y="4418"/>
                  </a:lnTo>
                  <a:cubicBezTo>
                    <a:pt x="5360" y="4395"/>
                    <a:pt x="5315" y="4387"/>
                    <a:pt x="5270" y="4387"/>
                  </a:cubicBezTo>
                  <a:cubicBezTo>
                    <a:pt x="5243" y="4387"/>
                    <a:pt x="5217" y="4390"/>
                    <a:pt x="5191" y="4394"/>
                  </a:cubicBezTo>
                  <a:cubicBezTo>
                    <a:pt x="5108" y="4406"/>
                    <a:pt x="5048" y="4465"/>
                    <a:pt x="5013" y="4525"/>
                  </a:cubicBezTo>
                  <a:lnTo>
                    <a:pt x="4334" y="5692"/>
                  </a:lnTo>
                  <a:cubicBezTo>
                    <a:pt x="4322" y="5704"/>
                    <a:pt x="4322" y="5716"/>
                    <a:pt x="4322" y="5727"/>
                  </a:cubicBezTo>
                  <a:lnTo>
                    <a:pt x="4132" y="5727"/>
                  </a:lnTo>
                  <a:cubicBezTo>
                    <a:pt x="3084" y="5727"/>
                    <a:pt x="2107" y="5585"/>
                    <a:pt x="1357" y="5299"/>
                  </a:cubicBezTo>
                  <a:cubicBezTo>
                    <a:pt x="679" y="5049"/>
                    <a:pt x="286" y="4704"/>
                    <a:pt x="286" y="4382"/>
                  </a:cubicBezTo>
                  <a:lnTo>
                    <a:pt x="286" y="2322"/>
                  </a:lnTo>
                  <a:cubicBezTo>
                    <a:pt x="643" y="2668"/>
                    <a:pt x="1274" y="2965"/>
                    <a:pt x="2131" y="3144"/>
                  </a:cubicBezTo>
                  <a:lnTo>
                    <a:pt x="2167" y="3144"/>
                  </a:lnTo>
                  <a:cubicBezTo>
                    <a:pt x="2238" y="3144"/>
                    <a:pt x="2298" y="3096"/>
                    <a:pt x="2322" y="3025"/>
                  </a:cubicBezTo>
                  <a:cubicBezTo>
                    <a:pt x="2334" y="2930"/>
                    <a:pt x="2286" y="2858"/>
                    <a:pt x="2203" y="2846"/>
                  </a:cubicBezTo>
                  <a:cubicBezTo>
                    <a:pt x="1036" y="2596"/>
                    <a:pt x="298" y="2132"/>
                    <a:pt x="298" y="1667"/>
                  </a:cubicBezTo>
                  <a:cubicBezTo>
                    <a:pt x="298" y="1346"/>
                    <a:pt x="679" y="1001"/>
                    <a:pt x="1369" y="751"/>
                  </a:cubicBezTo>
                  <a:cubicBezTo>
                    <a:pt x="2096" y="465"/>
                    <a:pt x="3072" y="322"/>
                    <a:pt x="4132" y="322"/>
                  </a:cubicBezTo>
                  <a:cubicBezTo>
                    <a:pt x="4667" y="322"/>
                    <a:pt x="5191" y="358"/>
                    <a:pt x="5679" y="441"/>
                  </a:cubicBezTo>
                  <a:cubicBezTo>
                    <a:pt x="5687" y="442"/>
                    <a:pt x="5695" y="443"/>
                    <a:pt x="5703" y="443"/>
                  </a:cubicBezTo>
                  <a:cubicBezTo>
                    <a:pt x="5786" y="443"/>
                    <a:pt x="5847" y="385"/>
                    <a:pt x="5858" y="298"/>
                  </a:cubicBezTo>
                  <a:cubicBezTo>
                    <a:pt x="5870" y="215"/>
                    <a:pt x="5810" y="143"/>
                    <a:pt x="5727" y="120"/>
                  </a:cubicBezTo>
                  <a:cubicBezTo>
                    <a:pt x="5215" y="36"/>
                    <a:pt x="4679" y="1"/>
                    <a:pt x="4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47"/>
            <p:cNvSpPr/>
            <p:nvPr/>
          </p:nvSpPr>
          <p:spPr>
            <a:xfrm>
              <a:off x="6306652" y="2638748"/>
              <a:ext cx="59904" cy="59522"/>
            </a:xfrm>
            <a:custGeom>
              <a:avLst/>
              <a:gdLst/>
              <a:ahLst/>
              <a:cxnLst/>
              <a:rect l="l" t="t" r="r" b="b"/>
              <a:pathLst>
                <a:path w="1882" h="1870" extrusionOk="0">
                  <a:moveTo>
                    <a:pt x="941" y="310"/>
                  </a:moveTo>
                  <a:cubicBezTo>
                    <a:pt x="1287" y="310"/>
                    <a:pt x="1561" y="596"/>
                    <a:pt x="1561" y="929"/>
                  </a:cubicBezTo>
                  <a:cubicBezTo>
                    <a:pt x="1561" y="1274"/>
                    <a:pt x="1287" y="1560"/>
                    <a:pt x="941" y="1560"/>
                  </a:cubicBezTo>
                  <a:cubicBezTo>
                    <a:pt x="596" y="1560"/>
                    <a:pt x="310" y="1274"/>
                    <a:pt x="310" y="929"/>
                  </a:cubicBezTo>
                  <a:cubicBezTo>
                    <a:pt x="310" y="596"/>
                    <a:pt x="596" y="310"/>
                    <a:pt x="941" y="310"/>
                  </a:cubicBezTo>
                  <a:close/>
                  <a:moveTo>
                    <a:pt x="941" y="0"/>
                  </a:moveTo>
                  <a:cubicBezTo>
                    <a:pt x="418" y="0"/>
                    <a:pt x="1" y="417"/>
                    <a:pt x="1" y="929"/>
                  </a:cubicBezTo>
                  <a:cubicBezTo>
                    <a:pt x="1" y="1453"/>
                    <a:pt x="418" y="1870"/>
                    <a:pt x="941" y="1870"/>
                  </a:cubicBezTo>
                  <a:cubicBezTo>
                    <a:pt x="1465" y="1870"/>
                    <a:pt x="1882" y="1453"/>
                    <a:pt x="1882" y="929"/>
                  </a:cubicBezTo>
                  <a:cubicBezTo>
                    <a:pt x="1882" y="417"/>
                    <a:pt x="1465" y="0"/>
                    <a:pt x="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0" name="Google Shape;3770;p47"/>
          <p:cNvGrpSpPr/>
          <p:nvPr/>
        </p:nvGrpSpPr>
        <p:grpSpPr>
          <a:xfrm>
            <a:off x="1686213" y="1866849"/>
            <a:ext cx="527697" cy="527697"/>
            <a:chOff x="1819576" y="1511679"/>
            <a:chExt cx="352103" cy="352103"/>
          </a:xfrm>
        </p:grpSpPr>
        <p:sp>
          <p:nvSpPr>
            <p:cNvPr id="3771" name="Google Shape;3771;p47"/>
            <p:cNvSpPr/>
            <p:nvPr/>
          </p:nvSpPr>
          <p:spPr>
            <a:xfrm>
              <a:off x="1819576" y="1511679"/>
              <a:ext cx="352103" cy="352103"/>
            </a:xfrm>
            <a:custGeom>
              <a:avLst/>
              <a:gdLst/>
              <a:ahLst/>
              <a:cxnLst/>
              <a:rect l="l" t="t" r="r" b="b"/>
              <a:pathLst>
                <a:path w="11062" h="11062" extrusionOk="0">
                  <a:moveTo>
                    <a:pt x="6216" y="310"/>
                  </a:moveTo>
                  <a:cubicBezTo>
                    <a:pt x="6216" y="310"/>
                    <a:pt x="6240" y="310"/>
                    <a:pt x="6240" y="322"/>
                  </a:cubicBezTo>
                  <a:lnTo>
                    <a:pt x="6240" y="786"/>
                  </a:lnTo>
                  <a:cubicBezTo>
                    <a:pt x="6240" y="953"/>
                    <a:pt x="6335" y="1084"/>
                    <a:pt x="6502" y="1108"/>
                  </a:cubicBezTo>
                  <a:cubicBezTo>
                    <a:pt x="7025" y="1227"/>
                    <a:pt x="7514" y="1429"/>
                    <a:pt x="7966" y="1727"/>
                  </a:cubicBezTo>
                  <a:cubicBezTo>
                    <a:pt x="8022" y="1762"/>
                    <a:pt x="8086" y="1780"/>
                    <a:pt x="8150" y="1780"/>
                  </a:cubicBezTo>
                  <a:cubicBezTo>
                    <a:pt x="8236" y="1780"/>
                    <a:pt x="8321" y="1747"/>
                    <a:pt x="8383" y="1679"/>
                  </a:cubicBezTo>
                  <a:lnTo>
                    <a:pt x="8704" y="1346"/>
                  </a:lnTo>
                  <a:lnTo>
                    <a:pt x="8716" y="1346"/>
                  </a:lnTo>
                  <a:lnTo>
                    <a:pt x="9704" y="2334"/>
                  </a:lnTo>
                  <a:lnTo>
                    <a:pt x="9704" y="2346"/>
                  </a:lnTo>
                  <a:lnTo>
                    <a:pt x="9371" y="2679"/>
                  </a:lnTo>
                  <a:cubicBezTo>
                    <a:pt x="9252" y="2798"/>
                    <a:pt x="9240" y="2953"/>
                    <a:pt x="9335" y="3096"/>
                  </a:cubicBezTo>
                  <a:cubicBezTo>
                    <a:pt x="9609" y="3536"/>
                    <a:pt x="9823" y="4025"/>
                    <a:pt x="9943" y="4548"/>
                  </a:cubicBezTo>
                  <a:cubicBezTo>
                    <a:pt x="9966" y="4703"/>
                    <a:pt x="10109" y="4822"/>
                    <a:pt x="10264" y="4822"/>
                  </a:cubicBezTo>
                  <a:lnTo>
                    <a:pt x="10728" y="4822"/>
                  </a:lnTo>
                  <a:cubicBezTo>
                    <a:pt x="10728" y="4822"/>
                    <a:pt x="10752" y="4822"/>
                    <a:pt x="10752" y="4834"/>
                  </a:cubicBezTo>
                  <a:lnTo>
                    <a:pt x="10728" y="6239"/>
                  </a:lnTo>
                  <a:lnTo>
                    <a:pt x="10264" y="6239"/>
                  </a:lnTo>
                  <a:cubicBezTo>
                    <a:pt x="10109" y="6239"/>
                    <a:pt x="9966" y="6334"/>
                    <a:pt x="9943" y="6501"/>
                  </a:cubicBezTo>
                  <a:cubicBezTo>
                    <a:pt x="9823" y="7025"/>
                    <a:pt x="9633" y="7513"/>
                    <a:pt x="9335" y="7966"/>
                  </a:cubicBezTo>
                  <a:cubicBezTo>
                    <a:pt x="9240" y="8097"/>
                    <a:pt x="9252" y="8275"/>
                    <a:pt x="9371" y="8382"/>
                  </a:cubicBezTo>
                  <a:lnTo>
                    <a:pt x="9704" y="8704"/>
                  </a:lnTo>
                  <a:lnTo>
                    <a:pt x="9704" y="8716"/>
                  </a:lnTo>
                  <a:lnTo>
                    <a:pt x="8716" y="9704"/>
                  </a:lnTo>
                  <a:lnTo>
                    <a:pt x="8704" y="9704"/>
                  </a:lnTo>
                  <a:lnTo>
                    <a:pt x="8383" y="9370"/>
                  </a:lnTo>
                  <a:cubicBezTo>
                    <a:pt x="8317" y="9304"/>
                    <a:pt x="8236" y="9271"/>
                    <a:pt x="8155" y="9271"/>
                  </a:cubicBezTo>
                  <a:cubicBezTo>
                    <a:pt x="8090" y="9271"/>
                    <a:pt x="8024" y="9292"/>
                    <a:pt x="7966" y="9335"/>
                  </a:cubicBezTo>
                  <a:cubicBezTo>
                    <a:pt x="7514" y="9609"/>
                    <a:pt x="7025" y="9823"/>
                    <a:pt x="6502" y="9942"/>
                  </a:cubicBezTo>
                  <a:cubicBezTo>
                    <a:pt x="6359" y="9966"/>
                    <a:pt x="6240" y="10109"/>
                    <a:pt x="6240" y="10263"/>
                  </a:cubicBezTo>
                  <a:lnTo>
                    <a:pt x="6240" y="10728"/>
                  </a:lnTo>
                  <a:cubicBezTo>
                    <a:pt x="6240" y="10728"/>
                    <a:pt x="6240" y="10740"/>
                    <a:pt x="6216" y="10740"/>
                  </a:cubicBezTo>
                  <a:lnTo>
                    <a:pt x="4835" y="10740"/>
                  </a:lnTo>
                  <a:cubicBezTo>
                    <a:pt x="4835" y="10740"/>
                    <a:pt x="4823" y="10740"/>
                    <a:pt x="4823" y="10728"/>
                  </a:cubicBezTo>
                  <a:lnTo>
                    <a:pt x="4823" y="10263"/>
                  </a:lnTo>
                  <a:cubicBezTo>
                    <a:pt x="4823" y="10109"/>
                    <a:pt x="4716" y="9966"/>
                    <a:pt x="4549" y="9942"/>
                  </a:cubicBezTo>
                  <a:cubicBezTo>
                    <a:pt x="4037" y="9823"/>
                    <a:pt x="3537" y="9632"/>
                    <a:pt x="3096" y="9335"/>
                  </a:cubicBezTo>
                  <a:cubicBezTo>
                    <a:pt x="3037" y="9299"/>
                    <a:pt x="2977" y="9275"/>
                    <a:pt x="2918" y="9275"/>
                  </a:cubicBezTo>
                  <a:cubicBezTo>
                    <a:pt x="2823" y="9275"/>
                    <a:pt x="2751" y="9299"/>
                    <a:pt x="2680" y="9370"/>
                  </a:cubicBezTo>
                  <a:lnTo>
                    <a:pt x="2346" y="9704"/>
                  </a:lnTo>
                  <a:lnTo>
                    <a:pt x="2334" y="9704"/>
                  </a:lnTo>
                  <a:lnTo>
                    <a:pt x="1358" y="8716"/>
                  </a:lnTo>
                  <a:lnTo>
                    <a:pt x="1358" y="8704"/>
                  </a:lnTo>
                  <a:lnTo>
                    <a:pt x="1680" y="8382"/>
                  </a:lnTo>
                  <a:cubicBezTo>
                    <a:pt x="1799" y="8263"/>
                    <a:pt x="1811" y="8097"/>
                    <a:pt x="1727" y="7966"/>
                  </a:cubicBezTo>
                  <a:cubicBezTo>
                    <a:pt x="1441" y="7513"/>
                    <a:pt x="1239" y="7025"/>
                    <a:pt x="1120" y="6501"/>
                  </a:cubicBezTo>
                  <a:cubicBezTo>
                    <a:pt x="1084" y="6358"/>
                    <a:pt x="953" y="6239"/>
                    <a:pt x="787" y="6239"/>
                  </a:cubicBezTo>
                  <a:lnTo>
                    <a:pt x="322" y="6239"/>
                  </a:lnTo>
                  <a:cubicBezTo>
                    <a:pt x="322" y="6239"/>
                    <a:pt x="310" y="6239"/>
                    <a:pt x="310" y="6215"/>
                  </a:cubicBezTo>
                  <a:lnTo>
                    <a:pt x="310" y="4834"/>
                  </a:lnTo>
                  <a:cubicBezTo>
                    <a:pt x="310" y="4834"/>
                    <a:pt x="310" y="4822"/>
                    <a:pt x="322" y="4822"/>
                  </a:cubicBezTo>
                  <a:lnTo>
                    <a:pt x="787" y="4822"/>
                  </a:lnTo>
                  <a:cubicBezTo>
                    <a:pt x="953" y="4822"/>
                    <a:pt x="1084" y="4715"/>
                    <a:pt x="1120" y="4548"/>
                  </a:cubicBezTo>
                  <a:cubicBezTo>
                    <a:pt x="1239" y="4025"/>
                    <a:pt x="1430" y="3536"/>
                    <a:pt x="1727" y="3096"/>
                  </a:cubicBezTo>
                  <a:cubicBezTo>
                    <a:pt x="1811" y="2953"/>
                    <a:pt x="1799" y="2774"/>
                    <a:pt x="1680" y="2679"/>
                  </a:cubicBezTo>
                  <a:lnTo>
                    <a:pt x="1358" y="2346"/>
                  </a:lnTo>
                  <a:lnTo>
                    <a:pt x="1358" y="2334"/>
                  </a:lnTo>
                  <a:lnTo>
                    <a:pt x="2334" y="1346"/>
                  </a:lnTo>
                  <a:lnTo>
                    <a:pt x="2346" y="1346"/>
                  </a:lnTo>
                  <a:lnTo>
                    <a:pt x="2680" y="1679"/>
                  </a:lnTo>
                  <a:cubicBezTo>
                    <a:pt x="2748" y="1747"/>
                    <a:pt x="2832" y="1780"/>
                    <a:pt x="2916" y="1780"/>
                  </a:cubicBezTo>
                  <a:cubicBezTo>
                    <a:pt x="2978" y="1780"/>
                    <a:pt x="3041" y="1762"/>
                    <a:pt x="3096" y="1727"/>
                  </a:cubicBezTo>
                  <a:cubicBezTo>
                    <a:pt x="3537" y="1441"/>
                    <a:pt x="4037" y="1227"/>
                    <a:pt x="4549" y="1108"/>
                  </a:cubicBezTo>
                  <a:cubicBezTo>
                    <a:pt x="4704" y="1084"/>
                    <a:pt x="4823" y="953"/>
                    <a:pt x="4823" y="786"/>
                  </a:cubicBezTo>
                  <a:lnTo>
                    <a:pt x="4823" y="322"/>
                  </a:lnTo>
                  <a:cubicBezTo>
                    <a:pt x="4823" y="322"/>
                    <a:pt x="4823" y="310"/>
                    <a:pt x="4835" y="310"/>
                  </a:cubicBezTo>
                  <a:close/>
                  <a:moveTo>
                    <a:pt x="4835" y="0"/>
                  </a:moveTo>
                  <a:cubicBezTo>
                    <a:pt x="4656" y="0"/>
                    <a:pt x="4513" y="143"/>
                    <a:pt x="4513" y="322"/>
                  </a:cubicBezTo>
                  <a:lnTo>
                    <a:pt x="4513" y="786"/>
                  </a:lnTo>
                  <a:cubicBezTo>
                    <a:pt x="4513" y="786"/>
                    <a:pt x="4513" y="798"/>
                    <a:pt x="4489" y="798"/>
                  </a:cubicBezTo>
                  <a:cubicBezTo>
                    <a:pt x="3930" y="917"/>
                    <a:pt x="3406" y="1143"/>
                    <a:pt x="2930" y="1453"/>
                  </a:cubicBezTo>
                  <a:lnTo>
                    <a:pt x="2918" y="1453"/>
                  </a:lnTo>
                  <a:lnTo>
                    <a:pt x="2584" y="1131"/>
                  </a:lnTo>
                  <a:cubicBezTo>
                    <a:pt x="2519" y="1066"/>
                    <a:pt x="2436" y="1033"/>
                    <a:pt x="2351" y="1033"/>
                  </a:cubicBezTo>
                  <a:cubicBezTo>
                    <a:pt x="2266" y="1033"/>
                    <a:pt x="2180" y="1066"/>
                    <a:pt x="2108" y="1131"/>
                  </a:cubicBezTo>
                  <a:lnTo>
                    <a:pt x="1132" y="2108"/>
                  </a:lnTo>
                  <a:cubicBezTo>
                    <a:pt x="1001" y="2251"/>
                    <a:pt x="1001" y="2453"/>
                    <a:pt x="1132" y="2584"/>
                  </a:cubicBezTo>
                  <a:lnTo>
                    <a:pt x="1453" y="2917"/>
                  </a:lnTo>
                  <a:lnTo>
                    <a:pt x="1453" y="2929"/>
                  </a:lnTo>
                  <a:cubicBezTo>
                    <a:pt x="1144" y="3405"/>
                    <a:pt x="941" y="3941"/>
                    <a:pt x="799" y="4489"/>
                  </a:cubicBezTo>
                  <a:cubicBezTo>
                    <a:pt x="799" y="4489"/>
                    <a:pt x="799" y="4513"/>
                    <a:pt x="787" y="4513"/>
                  </a:cubicBezTo>
                  <a:lnTo>
                    <a:pt x="322" y="4513"/>
                  </a:lnTo>
                  <a:cubicBezTo>
                    <a:pt x="144" y="4513"/>
                    <a:pt x="1" y="4656"/>
                    <a:pt x="1" y="4834"/>
                  </a:cubicBezTo>
                  <a:lnTo>
                    <a:pt x="1" y="6215"/>
                  </a:lnTo>
                  <a:cubicBezTo>
                    <a:pt x="1" y="6394"/>
                    <a:pt x="144" y="6549"/>
                    <a:pt x="322" y="6549"/>
                  </a:cubicBezTo>
                  <a:lnTo>
                    <a:pt x="787" y="6549"/>
                  </a:lnTo>
                  <a:cubicBezTo>
                    <a:pt x="787" y="6549"/>
                    <a:pt x="799" y="6549"/>
                    <a:pt x="799" y="6561"/>
                  </a:cubicBezTo>
                  <a:cubicBezTo>
                    <a:pt x="918" y="7132"/>
                    <a:pt x="1144" y="7644"/>
                    <a:pt x="1453" y="8120"/>
                  </a:cubicBezTo>
                  <a:lnTo>
                    <a:pt x="1453" y="8144"/>
                  </a:lnTo>
                  <a:lnTo>
                    <a:pt x="1132" y="8466"/>
                  </a:lnTo>
                  <a:cubicBezTo>
                    <a:pt x="1001" y="8597"/>
                    <a:pt x="1001" y="8811"/>
                    <a:pt x="1132" y="8942"/>
                  </a:cubicBezTo>
                  <a:lnTo>
                    <a:pt x="2108" y="9930"/>
                  </a:lnTo>
                  <a:cubicBezTo>
                    <a:pt x="2180" y="9996"/>
                    <a:pt x="2266" y="10028"/>
                    <a:pt x="2351" y="10028"/>
                  </a:cubicBezTo>
                  <a:cubicBezTo>
                    <a:pt x="2436" y="10028"/>
                    <a:pt x="2519" y="9996"/>
                    <a:pt x="2584" y="9930"/>
                  </a:cubicBezTo>
                  <a:lnTo>
                    <a:pt x="2918" y="9597"/>
                  </a:lnTo>
                  <a:lnTo>
                    <a:pt x="2930" y="9597"/>
                  </a:lnTo>
                  <a:cubicBezTo>
                    <a:pt x="3406" y="9906"/>
                    <a:pt x="3942" y="10121"/>
                    <a:pt x="4489" y="10252"/>
                  </a:cubicBezTo>
                  <a:cubicBezTo>
                    <a:pt x="4489" y="10252"/>
                    <a:pt x="4513" y="10252"/>
                    <a:pt x="4513" y="10263"/>
                  </a:cubicBezTo>
                  <a:lnTo>
                    <a:pt x="4513" y="10728"/>
                  </a:lnTo>
                  <a:cubicBezTo>
                    <a:pt x="4513" y="10906"/>
                    <a:pt x="4656" y="11061"/>
                    <a:pt x="4835" y="11061"/>
                  </a:cubicBezTo>
                  <a:lnTo>
                    <a:pt x="6216" y="11061"/>
                  </a:lnTo>
                  <a:cubicBezTo>
                    <a:pt x="6394" y="11061"/>
                    <a:pt x="6549" y="10906"/>
                    <a:pt x="6549" y="10728"/>
                  </a:cubicBezTo>
                  <a:lnTo>
                    <a:pt x="6549" y="10263"/>
                  </a:lnTo>
                  <a:cubicBezTo>
                    <a:pt x="6549" y="10263"/>
                    <a:pt x="6549" y="10252"/>
                    <a:pt x="6561" y="10252"/>
                  </a:cubicBezTo>
                  <a:cubicBezTo>
                    <a:pt x="7133" y="10132"/>
                    <a:pt x="7645" y="9906"/>
                    <a:pt x="8121" y="9597"/>
                  </a:cubicBezTo>
                  <a:lnTo>
                    <a:pt x="8145" y="9597"/>
                  </a:lnTo>
                  <a:lnTo>
                    <a:pt x="8466" y="9930"/>
                  </a:lnTo>
                  <a:cubicBezTo>
                    <a:pt x="8532" y="9996"/>
                    <a:pt x="8618" y="10028"/>
                    <a:pt x="8704" y="10028"/>
                  </a:cubicBezTo>
                  <a:cubicBezTo>
                    <a:pt x="8791" y="10028"/>
                    <a:pt x="8877" y="9996"/>
                    <a:pt x="8942" y="9930"/>
                  </a:cubicBezTo>
                  <a:lnTo>
                    <a:pt x="9931" y="8942"/>
                  </a:lnTo>
                  <a:cubicBezTo>
                    <a:pt x="10062" y="8811"/>
                    <a:pt x="10062" y="8597"/>
                    <a:pt x="9931" y="8466"/>
                  </a:cubicBezTo>
                  <a:lnTo>
                    <a:pt x="9597" y="8144"/>
                  </a:lnTo>
                  <a:lnTo>
                    <a:pt x="9597" y="8120"/>
                  </a:lnTo>
                  <a:cubicBezTo>
                    <a:pt x="9919" y="7644"/>
                    <a:pt x="10121" y="7108"/>
                    <a:pt x="10252" y="6561"/>
                  </a:cubicBezTo>
                  <a:cubicBezTo>
                    <a:pt x="10252" y="6561"/>
                    <a:pt x="10252" y="6549"/>
                    <a:pt x="10264" y="6549"/>
                  </a:cubicBezTo>
                  <a:lnTo>
                    <a:pt x="10728" y="6549"/>
                  </a:lnTo>
                  <a:cubicBezTo>
                    <a:pt x="10907" y="6549"/>
                    <a:pt x="11062" y="6394"/>
                    <a:pt x="11062" y="6215"/>
                  </a:cubicBezTo>
                  <a:lnTo>
                    <a:pt x="11062" y="4834"/>
                  </a:lnTo>
                  <a:cubicBezTo>
                    <a:pt x="11062" y="4656"/>
                    <a:pt x="10907" y="4513"/>
                    <a:pt x="10728" y="4513"/>
                  </a:cubicBezTo>
                  <a:lnTo>
                    <a:pt x="10264" y="4513"/>
                  </a:lnTo>
                  <a:cubicBezTo>
                    <a:pt x="10264" y="4513"/>
                    <a:pt x="10252" y="4513"/>
                    <a:pt x="10252" y="4489"/>
                  </a:cubicBezTo>
                  <a:cubicBezTo>
                    <a:pt x="10133" y="3929"/>
                    <a:pt x="9907" y="3405"/>
                    <a:pt x="9597" y="2929"/>
                  </a:cubicBezTo>
                  <a:lnTo>
                    <a:pt x="9597" y="2917"/>
                  </a:lnTo>
                  <a:lnTo>
                    <a:pt x="9931" y="2584"/>
                  </a:lnTo>
                  <a:cubicBezTo>
                    <a:pt x="10062" y="2453"/>
                    <a:pt x="10062" y="2239"/>
                    <a:pt x="9931" y="2108"/>
                  </a:cubicBezTo>
                  <a:lnTo>
                    <a:pt x="8942" y="1131"/>
                  </a:lnTo>
                  <a:cubicBezTo>
                    <a:pt x="8877" y="1066"/>
                    <a:pt x="8791" y="1033"/>
                    <a:pt x="8704" y="1033"/>
                  </a:cubicBezTo>
                  <a:cubicBezTo>
                    <a:pt x="8618" y="1033"/>
                    <a:pt x="8532" y="1066"/>
                    <a:pt x="8466" y="1131"/>
                  </a:cubicBezTo>
                  <a:lnTo>
                    <a:pt x="8145" y="1453"/>
                  </a:lnTo>
                  <a:lnTo>
                    <a:pt x="8121" y="1453"/>
                  </a:lnTo>
                  <a:cubicBezTo>
                    <a:pt x="7645" y="1143"/>
                    <a:pt x="7109" y="941"/>
                    <a:pt x="6561" y="798"/>
                  </a:cubicBezTo>
                  <a:cubicBezTo>
                    <a:pt x="6561" y="798"/>
                    <a:pt x="6549" y="798"/>
                    <a:pt x="6549" y="786"/>
                  </a:cubicBezTo>
                  <a:lnTo>
                    <a:pt x="6549" y="322"/>
                  </a:lnTo>
                  <a:cubicBezTo>
                    <a:pt x="6549" y="143"/>
                    <a:pt x="6394" y="0"/>
                    <a:pt x="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2" name="Google Shape;3772;p47"/>
            <p:cNvSpPr/>
            <p:nvPr/>
          </p:nvSpPr>
          <p:spPr>
            <a:xfrm>
              <a:off x="1885146" y="1578204"/>
              <a:ext cx="182322" cy="180603"/>
            </a:xfrm>
            <a:custGeom>
              <a:avLst/>
              <a:gdLst/>
              <a:ahLst/>
              <a:cxnLst/>
              <a:rect l="l" t="t" r="r" b="b"/>
              <a:pathLst>
                <a:path w="5728" h="5674" extrusionOk="0">
                  <a:moveTo>
                    <a:pt x="3502" y="0"/>
                  </a:moveTo>
                  <a:cubicBezTo>
                    <a:pt x="3438" y="0"/>
                    <a:pt x="3374" y="2"/>
                    <a:pt x="3311" y="6"/>
                  </a:cubicBezTo>
                  <a:cubicBezTo>
                    <a:pt x="2453" y="53"/>
                    <a:pt x="1644" y="411"/>
                    <a:pt x="1048" y="1018"/>
                  </a:cubicBezTo>
                  <a:cubicBezTo>
                    <a:pt x="441" y="1625"/>
                    <a:pt x="84" y="2435"/>
                    <a:pt x="36" y="3280"/>
                  </a:cubicBezTo>
                  <a:cubicBezTo>
                    <a:pt x="1" y="4125"/>
                    <a:pt x="263" y="4959"/>
                    <a:pt x="798" y="5614"/>
                  </a:cubicBezTo>
                  <a:cubicBezTo>
                    <a:pt x="834" y="5661"/>
                    <a:pt x="870" y="5673"/>
                    <a:pt x="917" y="5673"/>
                  </a:cubicBezTo>
                  <a:cubicBezTo>
                    <a:pt x="953" y="5673"/>
                    <a:pt x="989" y="5661"/>
                    <a:pt x="1025" y="5649"/>
                  </a:cubicBezTo>
                  <a:cubicBezTo>
                    <a:pt x="1096" y="5590"/>
                    <a:pt x="1096" y="5483"/>
                    <a:pt x="1048" y="5423"/>
                  </a:cubicBezTo>
                  <a:cubicBezTo>
                    <a:pt x="572" y="4828"/>
                    <a:pt x="322" y="4066"/>
                    <a:pt x="370" y="3304"/>
                  </a:cubicBezTo>
                  <a:cubicBezTo>
                    <a:pt x="417" y="2530"/>
                    <a:pt x="727" y="1804"/>
                    <a:pt x="1275" y="1256"/>
                  </a:cubicBezTo>
                  <a:cubicBezTo>
                    <a:pt x="1822" y="708"/>
                    <a:pt x="2560" y="375"/>
                    <a:pt x="3334" y="351"/>
                  </a:cubicBezTo>
                  <a:cubicBezTo>
                    <a:pt x="3397" y="347"/>
                    <a:pt x="3459" y="345"/>
                    <a:pt x="3521" y="345"/>
                  </a:cubicBezTo>
                  <a:cubicBezTo>
                    <a:pt x="4227" y="345"/>
                    <a:pt x="4895" y="592"/>
                    <a:pt x="5442" y="1030"/>
                  </a:cubicBezTo>
                  <a:cubicBezTo>
                    <a:pt x="5473" y="1055"/>
                    <a:pt x="5510" y="1068"/>
                    <a:pt x="5547" y="1068"/>
                  </a:cubicBezTo>
                  <a:cubicBezTo>
                    <a:pt x="5595" y="1068"/>
                    <a:pt x="5641" y="1046"/>
                    <a:pt x="5668" y="1006"/>
                  </a:cubicBezTo>
                  <a:cubicBezTo>
                    <a:pt x="5727" y="911"/>
                    <a:pt x="5716" y="815"/>
                    <a:pt x="5656" y="768"/>
                  </a:cubicBezTo>
                  <a:cubicBezTo>
                    <a:pt x="5050" y="272"/>
                    <a:pt x="4291" y="0"/>
                    <a:pt x="3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47"/>
            <p:cNvSpPr/>
            <p:nvPr/>
          </p:nvSpPr>
          <p:spPr>
            <a:xfrm>
              <a:off x="1923820" y="1610193"/>
              <a:ext cx="183054" cy="186874"/>
            </a:xfrm>
            <a:custGeom>
              <a:avLst/>
              <a:gdLst/>
              <a:ahLst/>
              <a:cxnLst/>
              <a:rect l="l" t="t" r="r" b="b"/>
              <a:pathLst>
                <a:path w="5751" h="5871" extrusionOk="0">
                  <a:moveTo>
                    <a:pt x="3310" y="358"/>
                  </a:moveTo>
                  <a:lnTo>
                    <a:pt x="3310" y="1025"/>
                  </a:lnTo>
                  <a:cubicBezTo>
                    <a:pt x="3310" y="1132"/>
                    <a:pt x="3274" y="1251"/>
                    <a:pt x="3227" y="1334"/>
                  </a:cubicBezTo>
                  <a:lnTo>
                    <a:pt x="3155" y="1501"/>
                  </a:lnTo>
                  <a:cubicBezTo>
                    <a:pt x="3143" y="1525"/>
                    <a:pt x="3143" y="1549"/>
                    <a:pt x="3143" y="1573"/>
                  </a:cubicBezTo>
                  <a:lnTo>
                    <a:pt x="3143" y="1918"/>
                  </a:lnTo>
                  <a:cubicBezTo>
                    <a:pt x="3143" y="2156"/>
                    <a:pt x="3048" y="2382"/>
                    <a:pt x="2869" y="2549"/>
                  </a:cubicBezTo>
                  <a:cubicBezTo>
                    <a:pt x="2691" y="2704"/>
                    <a:pt x="2477" y="2799"/>
                    <a:pt x="2226" y="2799"/>
                  </a:cubicBezTo>
                  <a:cubicBezTo>
                    <a:pt x="1774" y="2787"/>
                    <a:pt x="1381" y="2370"/>
                    <a:pt x="1381" y="1870"/>
                  </a:cubicBezTo>
                  <a:lnTo>
                    <a:pt x="1381" y="1573"/>
                  </a:lnTo>
                  <a:cubicBezTo>
                    <a:pt x="1381" y="1549"/>
                    <a:pt x="1381" y="1525"/>
                    <a:pt x="1369" y="1501"/>
                  </a:cubicBezTo>
                  <a:lnTo>
                    <a:pt x="1262" y="1311"/>
                  </a:lnTo>
                  <a:cubicBezTo>
                    <a:pt x="1238" y="1227"/>
                    <a:pt x="1203" y="1156"/>
                    <a:pt x="1203" y="1072"/>
                  </a:cubicBezTo>
                  <a:lnTo>
                    <a:pt x="1203" y="1049"/>
                  </a:lnTo>
                  <a:cubicBezTo>
                    <a:pt x="1203" y="668"/>
                    <a:pt x="1524" y="358"/>
                    <a:pt x="1905" y="358"/>
                  </a:cubicBezTo>
                  <a:close/>
                  <a:moveTo>
                    <a:pt x="1905" y="3049"/>
                  </a:moveTo>
                  <a:cubicBezTo>
                    <a:pt x="2012" y="3085"/>
                    <a:pt x="2119" y="3108"/>
                    <a:pt x="2238" y="3108"/>
                  </a:cubicBezTo>
                  <a:lnTo>
                    <a:pt x="2274" y="3108"/>
                  </a:lnTo>
                  <a:cubicBezTo>
                    <a:pt x="2393" y="3108"/>
                    <a:pt x="2512" y="3097"/>
                    <a:pt x="2631" y="3049"/>
                  </a:cubicBezTo>
                  <a:lnTo>
                    <a:pt x="2631" y="3049"/>
                  </a:lnTo>
                  <a:cubicBezTo>
                    <a:pt x="2619" y="3108"/>
                    <a:pt x="2631" y="3156"/>
                    <a:pt x="2655" y="3204"/>
                  </a:cubicBezTo>
                  <a:lnTo>
                    <a:pt x="2512" y="3335"/>
                  </a:lnTo>
                  <a:cubicBezTo>
                    <a:pt x="2441" y="3406"/>
                    <a:pt x="2357" y="3442"/>
                    <a:pt x="2262" y="3442"/>
                  </a:cubicBezTo>
                  <a:cubicBezTo>
                    <a:pt x="2179" y="3442"/>
                    <a:pt x="2084" y="3406"/>
                    <a:pt x="2012" y="3335"/>
                  </a:cubicBezTo>
                  <a:lnTo>
                    <a:pt x="1881" y="3204"/>
                  </a:lnTo>
                  <a:cubicBezTo>
                    <a:pt x="1893" y="3156"/>
                    <a:pt x="1905" y="3108"/>
                    <a:pt x="1905" y="3049"/>
                  </a:cubicBezTo>
                  <a:close/>
                  <a:moveTo>
                    <a:pt x="2810" y="3466"/>
                  </a:moveTo>
                  <a:cubicBezTo>
                    <a:pt x="2858" y="3501"/>
                    <a:pt x="2905" y="3513"/>
                    <a:pt x="2941" y="3525"/>
                  </a:cubicBezTo>
                  <a:lnTo>
                    <a:pt x="3524" y="3692"/>
                  </a:lnTo>
                  <a:cubicBezTo>
                    <a:pt x="3679" y="3739"/>
                    <a:pt x="3774" y="3870"/>
                    <a:pt x="3774" y="4037"/>
                  </a:cubicBezTo>
                  <a:lnTo>
                    <a:pt x="3774" y="5132"/>
                  </a:lnTo>
                  <a:lnTo>
                    <a:pt x="3822" y="5132"/>
                  </a:lnTo>
                  <a:cubicBezTo>
                    <a:pt x="3703" y="5204"/>
                    <a:pt x="3584" y="5263"/>
                    <a:pt x="3453" y="5311"/>
                  </a:cubicBezTo>
                  <a:lnTo>
                    <a:pt x="3453" y="4335"/>
                  </a:lnTo>
                  <a:cubicBezTo>
                    <a:pt x="3453" y="4240"/>
                    <a:pt x="3381" y="4168"/>
                    <a:pt x="3286" y="4168"/>
                  </a:cubicBezTo>
                  <a:cubicBezTo>
                    <a:pt x="3203" y="4168"/>
                    <a:pt x="3119" y="4240"/>
                    <a:pt x="3119" y="4335"/>
                  </a:cubicBezTo>
                  <a:lnTo>
                    <a:pt x="3119" y="5430"/>
                  </a:lnTo>
                  <a:cubicBezTo>
                    <a:pt x="2881" y="5502"/>
                    <a:pt x="2655" y="5537"/>
                    <a:pt x="2405" y="5549"/>
                  </a:cubicBezTo>
                  <a:lnTo>
                    <a:pt x="2262" y="5549"/>
                  </a:lnTo>
                  <a:cubicBezTo>
                    <a:pt x="1965" y="5549"/>
                    <a:pt x="1667" y="5502"/>
                    <a:pt x="1381" y="5430"/>
                  </a:cubicBezTo>
                  <a:lnTo>
                    <a:pt x="1381" y="4335"/>
                  </a:lnTo>
                  <a:cubicBezTo>
                    <a:pt x="1381" y="4240"/>
                    <a:pt x="1310" y="4168"/>
                    <a:pt x="1214" y="4168"/>
                  </a:cubicBezTo>
                  <a:cubicBezTo>
                    <a:pt x="1131" y="4168"/>
                    <a:pt x="1060" y="4240"/>
                    <a:pt x="1060" y="4335"/>
                  </a:cubicBezTo>
                  <a:lnTo>
                    <a:pt x="1060" y="5311"/>
                  </a:lnTo>
                  <a:cubicBezTo>
                    <a:pt x="941" y="5252"/>
                    <a:pt x="798" y="5192"/>
                    <a:pt x="679" y="5132"/>
                  </a:cubicBezTo>
                  <a:lnTo>
                    <a:pt x="679" y="4037"/>
                  </a:lnTo>
                  <a:cubicBezTo>
                    <a:pt x="679" y="3870"/>
                    <a:pt x="786" y="3739"/>
                    <a:pt x="941" y="3692"/>
                  </a:cubicBezTo>
                  <a:lnTo>
                    <a:pt x="1512" y="3525"/>
                  </a:lnTo>
                  <a:cubicBezTo>
                    <a:pt x="1560" y="3513"/>
                    <a:pt x="1619" y="3501"/>
                    <a:pt x="1655" y="3466"/>
                  </a:cubicBezTo>
                  <a:lnTo>
                    <a:pt x="1750" y="3573"/>
                  </a:lnTo>
                  <a:cubicBezTo>
                    <a:pt x="1893" y="3704"/>
                    <a:pt x="2072" y="3763"/>
                    <a:pt x="2226" y="3763"/>
                  </a:cubicBezTo>
                  <a:cubicBezTo>
                    <a:pt x="2405" y="3763"/>
                    <a:pt x="2572" y="3704"/>
                    <a:pt x="2703" y="3573"/>
                  </a:cubicBezTo>
                  <a:lnTo>
                    <a:pt x="2810" y="3466"/>
                  </a:lnTo>
                  <a:close/>
                  <a:moveTo>
                    <a:pt x="1893" y="1"/>
                  </a:moveTo>
                  <a:cubicBezTo>
                    <a:pt x="1322" y="1"/>
                    <a:pt x="869" y="465"/>
                    <a:pt x="869" y="1025"/>
                  </a:cubicBezTo>
                  <a:lnTo>
                    <a:pt x="869" y="1037"/>
                  </a:lnTo>
                  <a:cubicBezTo>
                    <a:pt x="869" y="1168"/>
                    <a:pt x="893" y="1311"/>
                    <a:pt x="953" y="1430"/>
                  </a:cubicBezTo>
                  <a:lnTo>
                    <a:pt x="1048" y="1596"/>
                  </a:lnTo>
                  <a:lnTo>
                    <a:pt x="1048" y="1858"/>
                  </a:lnTo>
                  <a:cubicBezTo>
                    <a:pt x="1048" y="2275"/>
                    <a:pt x="1250" y="2644"/>
                    <a:pt x="1560" y="2882"/>
                  </a:cubicBezTo>
                  <a:lnTo>
                    <a:pt x="1560" y="3037"/>
                  </a:lnTo>
                  <a:cubicBezTo>
                    <a:pt x="1560" y="3108"/>
                    <a:pt x="1500" y="3180"/>
                    <a:pt x="1429" y="3216"/>
                  </a:cubicBezTo>
                  <a:lnTo>
                    <a:pt x="845" y="3382"/>
                  </a:lnTo>
                  <a:cubicBezTo>
                    <a:pt x="548" y="3466"/>
                    <a:pt x="357" y="3739"/>
                    <a:pt x="357" y="4037"/>
                  </a:cubicBezTo>
                  <a:lnTo>
                    <a:pt x="357" y="4906"/>
                  </a:lnTo>
                  <a:cubicBezTo>
                    <a:pt x="333" y="4894"/>
                    <a:pt x="310" y="4859"/>
                    <a:pt x="286" y="4847"/>
                  </a:cubicBezTo>
                  <a:cubicBezTo>
                    <a:pt x="256" y="4822"/>
                    <a:pt x="220" y="4810"/>
                    <a:pt x="185" y="4810"/>
                  </a:cubicBezTo>
                  <a:cubicBezTo>
                    <a:pt x="135" y="4810"/>
                    <a:pt x="87" y="4834"/>
                    <a:pt x="60" y="4882"/>
                  </a:cubicBezTo>
                  <a:cubicBezTo>
                    <a:pt x="0" y="4954"/>
                    <a:pt x="12" y="5061"/>
                    <a:pt x="95" y="5097"/>
                  </a:cubicBezTo>
                  <a:cubicBezTo>
                    <a:pt x="702" y="5597"/>
                    <a:pt x="1476" y="5871"/>
                    <a:pt x="2262" y="5871"/>
                  </a:cubicBezTo>
                  <a:lnTo>
                    <a:pt x="2429" y="5871"/>
                  </a:lnTo>
                  <a:cubicBezTo>
                    <a:pt x="3286" y="5835"/>
                    <a:pt x="4096" y="5478"/>
                    <a:pt x="4691" y="4859"/>
                  </a:cubicBezTo>
                  <a:cubicBezTo>
                    <a:pt x="5298" y="4251"/>
                    <a:pt x="5655" y="3454"/>
                    <a:pt x="5703" y="2596"/>
                  </a:cubicBezTo>
                  <a:cubicBezTo>
                    <a:pt x="5751" y="1751"/>
                    <a:pt x="5477" y="918"/>
                    <a:pt x="4941" y="263"/>
                  </a:cubicBezTo>
                  <a:cubicBezTo>
                    <a:pt x="4908" y="223"/>
                    <a:pt x="4861" y="206"/>
                    <a:pt x="4815" y="206"/>
                  </a:cubicBezTo>
                  <a:cubicBezTo>
                    <a:pt x="4778" y="206"/>
                    <a:pt x="4742" y="218"/>
                    <a:pt x="4715" y="239"/>
                  </a:cubicBezTo>
                  <a:cubicBezTo>
                    <a:pt x="4643" y="299"/>
                    <a:pt x="4643" y="406"/>
                    <a:pt x="4691" y="465"/>
                  </a:cubicBezTo>
                  <a:cubicBezTo>
                    <a:pt x="5167" y="1061"/>
                    <a:pt x="5417" y="1811"/>
                    <a:pt x="5370" y="2573"/>
                  </a:cubicBezTo>
                  <a:cubicBezTo>
                    <a:pt x="5334" y="3347"/>
                    <a:pt x="5013" y="4073"/>
                    <a:pt x="4465" y="4632"/>
                  </a:cubicBezTo>
                  <a:cubicBezTo>
                    <a:pt x="4358" y="4728"/>
                    <a:pt x="4262" y="4823"/>
                    <a:pt x="4155" y="4906"/>
                  </a:cubicBezTo>
                  <a:lnTo>
                    <a:pt x="4155" y="4037"/>
                  </a:lnTo>
                  <a:cubicBezTo>
                    <a:pt x="4155" y="3739"/>
                    <a:pt x="3941" y="3466"/>
                    <a:pt x="3667" y="3382"/>
                  </a:cubicBezTo>
                  <a:lnTo>
                    <a:pt x="3084" y="3216"/>
                  </a:lnTo>
                  <a:cubicBezTo>
                    <a:pt x="3012" y="3180"/>
                    <a:pt x="2953" y="3120"/>
                    <a:pt x="2953" y="3037"/>
                  </a:cubicBezTo>
                  <a:lnTo>
                    <a:pt x="2953" y="2906"/>
                  </a:lnTo>
                  <a:cubicBezTo>
                    <a:pt x="3012" y="2858"/>
                    <a:pt x="3048" y="2823"/>
                    <a:pt x="3096" y="2763"/>
                  </a:cubicBezTo>
                  <a:cubicBezTo>
                    <a:pt x="3334" y="2549"/>
                    <a:pt x="3453" y="2227"/>
                    <a:pt x="3453" y="1906"/>
                  </a:cubicBezTo>
                  <a:lnTo>
                    <a:pt x="3453" y="1596"/>
                  </a:lnTo>
                  <a:lnTo>
                    <a:pt x="3512" y="1453"/>
                  </a:lnTo>
                  <a:cubicBezTo>
                    <a:pt x="3584" y="1311"/>
                    <a:pt x="3620" y="1156"/>
                    <a:pt x="3620" y="1001"/>
                  </a:cubicBezTo>
                  <a:lnTo>
                    <a:pt x="3620" y="168"/>
                  </a:lnTo>
                  <a:cubicBezTo>
                    <a:pt x="3620" y="72"/>
                    <a:pt x="3548" y="1"/>
                    <a:pt x="3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47"/>
            <p:cNvSpPr/>
            <p:nvPr/>
          </p:nvSpPr>
          <p:spPr>
            <a:xfrm>
              <a:off x="1974207" y="1638617"/>
              <a:ext cx="43989" cy="15597"/>
            </a:xfrm>
            <a:custGeom>
              <a:avLst/>
              <a:gdLst/>
              <a:ahLst/>
              <a:cxnLst/>
              <a:rect l="l" t="t" r="r" b="b"/>
              <a:pathLst>
                <a:path w="1382" h="490" extrusionOk="0">
                  <a:moveTo>
                    <a:pt x="155" y="1"/>
                  </a:moveTo>
                  <a:cubicBezTo>
                    <a:pt x="72" y="1"/>
                    <a:pt x="1" y="72"/>
                    <a:pt x="1" y="168"/>
                  </a:cubicBezTo>
                  <a:cubicBezTo>
                    <a:pt x="1" y="251"/>
                    <a:pt x="72" y="322"/>
                    <a:pt x="155" y="322"/>
                  </a:cubicBezTo>
                  <a:cubicBezTo>
                    <a:pt x="334" y="322"/>
                    <a:pt x="870" y="358"/>
                    <a:pt x="1132" y="477"/>
                  </a:cubicBezTo>
                  <a:cubicBezTo>
                    <a:pt x="1155" y="489"/>
                    <a:pt x="1167" y="489"/>
                    <a:pt x="1203" y="489"/>
                  </a:cubicBezTo>
                  <a:cubicBezTo>
                    <a:pt x="1263" y="489"/>
                    <a:pt x="1322" y="465"/>
                    <a:pt x="1346" y="406"/>
                  </a:cubicBezTo>
                  <a:cubicBezTo>
                    <a:pt x="1382" y="322"/>
                    <a:pt x="1346" y="227"/>
                    <a:pt x="1275" y="191"/>
                  </a:cubicBezTo>
                  <a:cubicBezTo>
                    <a:pt x="905" y="1"/>
                    <a:pt x="191" y="1"/>
                    <a:pt x="1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2"/>
        <p:cNvGrpSpPr/>
        <p:nvPr/>
      </p:nvGrpSpPr>
      <p:grpSpPr>
        <a:xfrm>
          <a:off x="0" y="0"/>
          <a:ext cx="0" cy="0"/>
          <a:chOff x="0" y="0"/>
          <a:chExt cx="0" cy="0"/>
        </a:xfrm>
      </p:grpSpPr>
      <p:sp>
        <p:nvSpPr>
          <p:cNvPr id="4460" name="Google Shape;4460;p60"/>
          <p:cNvSpPr/>
          <p:nvPr/>
        </p:nvSpPr>
        <p:spPr>
          <a:xfrm>
            <a:off x="2068742" y="2785778"/>
            <a:ext cx="674400" cy="17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60"/>
          <p:cNvSpPr/>
          <p:nvPr/>
        </p:nvSpPr>
        <p:spPr>
          <a:xfrm>
            <a:off x="2743119" y="3779407"/>
            <a:ext cx="674400" cy="218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60"/>
          <p:cNvSpPr/>
          <p:nvPr/>
        </p:nvSpPr>
        <p:spPr>
          <a:xfrm>
            <a:off x="4766250" y="2785778"/>
            <a:ext cx="674400" cy="1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Image 15">
            <a:extLst>
              <a:ext uri="{FF2B5EF4-FFF2-40B4-BE49-F238E27FC236}">
                <a16:creationId xmlns:a16="http://schemas.microsoft.com/office/drawing/2014/main" id="{8FF466FA-34F3-4DF8-84DD-98FF5BC181C4}"/>
              </a:ext>
            </a:extLst>
          </p:cNvPr>
          <p:cNvPicPr/>
          <p:nvPr/>
        </p:nvPicPr>
        <p:blipFill>
          <a:blip r:embed="rId3">
            <a:extLst>
              <a:ext uri="{28A0092B-C50C-407E-A947-70E740481C1C}">
                <a14:useLocalDpi xmlns:a14="http://schemas.microsoft.com/office/drawing/2010/main" val="0"/>
              </a:ext>
            </a:extLst>
          </a:blip>
          <a:stretch>
            <a:fillRect/>
          </a:stretch>
        </p:blipFill>
        <p:spPr>
          <a:xfrm>
            <a:off x="650240" y="162560"/>
            <a:ext cx="7975600" cy="4805680"/>
          </a:xfrm>
          <a:prstGeom prst="rect">
            <a:avLst/>
          </a:prstGeom>
        </p:spPr>
      </p:pic>
      <p:sp>
        <p:nvSpPr>
          <p:cNvPr id="17" name="Google Shape;4462;p60">
            <a:extLst>
              <a:ext uri="{FF2B5EF4-FFF2-40B4-BE49-F238E27FC236}">
                <a16:creationId xmlns:a16="http://schemas.microsoft.com/office/drawing/2014/main" id="{7ABD4641-7BDD-4A79-9570-AE686ABB9227}"/>
              </a:ext>
            </a:extLst>
          </p:cNvPr>
          <p:cNvSpPr/>
          <p:nvPr/>
        </p:nvSpPr>
        <p:spPr>
          <a:xfrm>
            <a:off x="872387" y="4534829"/>
            <a:ext cx="674400" cy="13245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8765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00"/>
        <p:cNvGrpSpPr/>
        <p:nvPr/>
      </p:nvGrpSpPr>
      <p:grpSpPr>
        <a:xfrm>
          <a:off x="0" y="0"/>
          <a:ext cx="0" cy="0"/>
          <a:chOff x="0" y="0"/>
          <a:chExt cx="0" cy="0"/>
        </a:xfrm>
      </p:grpSpPr>
      <p:sp>
        <p:nvSpPr>
          <p:cNvPr id="3601" name="Google Shape;3601;p45"/>
          <p:cNvSpPr txBox="1">
            <a:spLocks noGrp="1"/>
          </p:cNvSpPr>
          <p:nvPr>
            <p:ph type="title"/>
          </p:nvPr>
        </p:nvSpPr>
        <p:spPr>
          <a:xfrm>
            <a:off x="713250" y="167757"/>
            <a:ext cx="7717500" cy="738900"/>
          </a:xfrm>
          <a:prstGeom prst="rect">
            <a:avLst/>
          </a:prstGeom>
        </p:spPr>
        <p:txBody>
          <a:bodyPr spcFirstLastPara="1" wrap="square" lIns="91425" tIns="91425" rIns="91425" bIns="91425" anchor="t" anchorCtr="0">
            <a:noAutofit/>
          </a:bodyPr>
          <a:lstStyle/>
          <a:p>
            <a:pPr>
              <a:lnSpc>
                <a:spcPct val="107000"/>
              </a:lnSpc>
              <a:spcAft>
                <a:spcPts val="800"/>
              </a:spcAft>
            </a:pPr>
            <a:r>
              <a:rPr lang="fr-FR" sz="3600" b="1" dirty="0">
                <a:effectLst/>
                <a:latin typeface="Alumni Sans Pinstripe" pitchFamily="2" charset="0"/>
                <a:ea typeface="Calibri" panose="020F0502020204030204" pitchFamily="34" charset="0"/>
                <a:cs typeface="Arial" panose="020B0604020202020204" pitchFamily="34" charset="0"/>
              </a:rPr>
              <a:t>METHODES DE DETECTION  </a:t>
            </a:r>
            <a:endParaRPr lang="fr-FR" sz="3600" dirty="0">
              <a:effectLst/>
              <a:latin typeface="Alumni Sans Pinstripe" pitchFamily="2" charset="0"/>
              <a:ea typeface="Calibri" panose="020F0502020204030204" pitchFamily="34" charset="0"/>
              <a:cs typeface="Arial" panose="020B0604020202020204" pitchFamily="34" charset="0"/>
            </a:endParaRPr>
          </a:p>
        </p:txBody>
      </p:sp>
      <p:sp>
        <p:nvSpPr>
          <p:cNvPr id="3602" name="Google Shape;3602;p45"/>
          <p:cNvSpPr txBox="1">
            <a:spLocks noGrp="1"/>
          </p:cNvSpPr>
          <p:nvPr>
            <p:ph type="subTitle" idx="1"/>
          </p:nvPr>
        </p:nvSpPr>
        <p:spPr>
          <a:xfrm>
            <a:off x="988688" y="1727903"/>
            <a:ext cx="3312638" cy="2353020"/>
          </a:xfrm>
          <a:prstGeom prst="rect">
            <a:avLst/>
          </a:prstGeom>
        </p:spPr>
        <p:txBody>
          <a:bodyPr spcFirstLastPara="1" wrap="square" lIns="91425" tIns="91425" rIns="91425" bIns="91425" anchor="t" anchorCtr="0">
            <a:noAutofit/>
          </a:bodyPr>
          <a:lstStyle/>
          <a:p>
            <a:pPr marL="0" lvl="0" indent="0">
              <a:lnSpc>
                <a:spcPct val="107000"/>
              </a:lnSpc>
              <a:spcAft>
                <a:spcPts val="800"/>
              </a:spcAft>
              <a:tabLst>
                <a:tab pos="457200" algn="l"/>
              </a:tabLst>
            </a:pPr>
            <a:r>
              <a:rPr lang="fr-FR" dirty="0">
                <a:latin typeface="Advent Pro" panose="02000506040000020004" pitchFamily="2" charset="0"/>
                <a:ea typeface="Calibri" panose="020F0502020204030204" pitchFamily="34" charset="0"/>
                <a:cs typeface="Times New Roman" panose="02020603050405020304" pitchFamily="18" charset="0"/>
              </a:rPr>
              <a:t>E</a:t>
            </a:r>
            <a:r>
              <a:rPr lang="fr-FR" dirty="0">
                <a:effectLst/>
                <a:latin typeface="Advent Pro" panose="02000506040000020004" pitchFamily="2" charset="0"/>
                <a:ea typeface="Calibri" panose="020F0502020204030204" pitchFamily="34" charset="0"/>
                <a:cs typeface="Times New Roman" panose="02020603050405020304" pitchFamily="18" charset="0"/>
              </a:rPr>
              <a:t>st une méthode de sécurité informatique qui identifie des menaces connues en comparant les activités observées à des signatures pré-enregistrées, représentant des modèles spécifiques d'attaques ou de comportements malveillants.</a:t>
            </a:r>
          </a:p>
        </p:txBody>
      </p:sp>
      <p:sp>
        <p:nvSpPr>
          <p:cNvPr id="3603" name="Google Shape;3603;p45"/>
          <p:cNvSpPr txBox="1">
            <a:spLocks noGrp="1"/>
          </p:cNvSpPr>
          <p:nvPr>
            <p:ph type="subTitle" idx="2"/>
          </p:nvPr>
        </p:nvSpPr>
        <p:spPr>
          <a:xfrm>
            <a:off x="4995746" y="1804973"/>
            <a:ext cx="2864304" cy="1331205"/>
          </a:xfrm>
          <a:prstGeom prst="rect">
            <a:avLst/>
          </a:prstGeom>
        </p:spPr>
        <p:txBody>
          <a:bodyPr spcFirstLastPara="1" wrap="square" lIns="91425" tIns="91425" rIns="91425" bIns="91425" anchor="t" anchorCtr="0">
            <a:noAutofit/>
          </a:bodyPr>
          <a:lstStyle/>
          <a:p>
            <a:pPr marL="0" lvl="0" indent="0">
              <a:lnSpc>
                <a:spcPct val="107000"/>
              </a:lnSpc>
              <a:spcAft>
                <a:spcPts val="800"/>
              </a:spcAft>
              <a:tabLst>
                <a:tab pos="457200" algn="l"/>
              </a:tabLst>
            </a:pPr>
            <a:r>
              <a:rPr lang="fr-FR" sz="1400" dirty="0">
                <a:effectLst/>
                <a:latin typeface="Advent Pro" panose="02000506040000020004" pitchFamily="2" charset="0"/>
                <a:ea typeface="Calibri" panose="020F0502020204030204" pitchFamily="34" charset="0"/>
                <a:cs typeface="Times New Roman" panose="02020603050405020304" pitchFamily="18" charset="0"/>
              </a:rPr>
              <a:t>Cette méthode surveille en continu les activités et déclenche des alertes lorsqu'elle détecte des écarts significatifs par rapport au comportement normal  du système ou du réseau.</a:t>
            </a:r>
            <a:endParaRPr lang="en-US" dirty="0">
              <a:latin typeface="Advent Pro" panose="02000506040000020004" pitchFamily="2" charset="0"/>
            </a:endParaRPr>
          </a:p>
        </p:txBody>
      </p:sp>
      <p:sp>
        <p:nvSpPr>
          <p:cNvPr id="2" name="Rectangle 1">
            <a:extLst>
              <a:ext uri="{FF2B5EF4-FFF2-40B4-BE49-F238E27FC236}">
                <a16:creationId xmlns:a16="http://schemas.microsoft.com/office/drawing/2014/main" id="{FE5AB586-CD0E-4D2F-BAA5-C744A3D48C0C}"/>
              </a:ext>
            </a:extLst>
          </p:cNvPr>
          <p:cNvSpPr/>
          <p:nvPr/>
        </p:nvSpPr>
        <p:spPr>
          <a:xfrm>
            <a:off x="4995746" y="1452839"/>
            <a:ext cx="2802673" cy="275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effectLst/>
                <a:latin typeface="Advent Pro" panose="02000506040000020004" pitchFamily="2" charset="0"/>
                <a:ea typeface="Calibri" panose="020F0502020204030204" pitchFamily="34" charset="0"/>
                <a:cs typeface="Times New Roman" panose="02020603050405020304" pitchFamily="18" charset="0"/>
              </a:rPr>
              <a:t>Détection basée sur les anomalies</a:t>
            </a:r>
            <a:r>
              <a:rPr lang="fr-FR" sz="1400" dirty="0">
                <a:effectLst/>
                <a:latin typeface="Advent Pro" panose="02000506040000020004" pitchFamily="2" charset="0"/>
                <a:ea typeface="Calibri" panose="020F0502020204030204" pitchFamily="34" charset="0"/>
                <a:cs typeface="Times New Roman" panose="02020603050405020304" pitchFamily="18" charset="0"/>
              </a:rPr>
              <a:t> :</a:t>
            </a:r>
            <a:endParaRPr lang="fr-FR" dirty="0"/>
          </a:p>
        </p:txBody>
      </p:sp>
      <p:sp>
        <p:nvSpPr>
          <p:cNvPr id="7" name="Rectangle 6">
            <a:extLst>
              <a:ext uri="{FF2B5EF4-FFF2-40B4-BE49-F238E27FC236}">
                <a16:creationId xmlns:a16="http://schemas.microsoft.com/office/drawing/2014/main" id="{09A1AEA3-D4E7-4F05-9753-4F9489C5175D}"/>
              </a:ext>
            </a:extLst>
          </p:cNvPr>
          <p:cNvSpPr/>
          <p:nvPr/>
        </p:nvSpPr>
        <p:spPr>
          <a:xfrm>
            <a:off x="1088700" y="1452839"/>
            <a:ext cx="2802673" cy="275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sz="1400" b="1" dirty="0">
                <a:effectLst/>
                <a:latin typeface="Advent Pro" panose="02000506040000020004" pitchFamily="2" charset="0"/>
                <a:ea typeface="Calibri" panose="020F0502020204030204" pitchFamily="34" charset="0"/>
                <a:cs typeface="Times New Roman" panose="02020603050405020304" pitchFamily="18" charset="0"/>
              </a:rPr>
              <a:t>Détection basée sur les signatures</a:t>
            </a:r>
            <a:endParaRPr lang="fr-FR" sz="1400" dirty="0">
              <a:effectLst/>
              <a:latin typeface="Advent Pro" panose="02000506040000020004" pitchFamily="2" charset="0"/>
              <a:ea typeface="Calibri" panose="020F050202020403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3779;p48">
            <a:extLst>
              <a:ext uri="{FF2B5EF4-FFF2-40B4-BE49-F238E27FC236}">
                <a16:creationId xmlns:a16="http://schemas.microsoft.com/office/drawing/2014/main" id="{11C2617A-E0E1-4B11-9617-631A2D771C1C}"/>
              </a:ext>
            </a:extLst>
          </p:cNvPr>
          <p:cNvGrpSpPr/>
          <p:nvPr/>
        </p:nvGrpSpPr>
        <p:grpSpPr>
          <a:xfrm>
            <a:off x="3305690" y="694614"/>
            <a:ext cx="339538" cy="2203408"/>
            <a:chOff x="-1754623" y="1947770"/>
            <a:chExt cx="326624" cy="2227589"/>
          </a:xfrm>
        </p:grpSpPr>
        <p:sp>
          <p:nvSpPr>
            <p:cNvPr id="6" name="Google Shape;3780;p48">
              <a:extLst>
                <a:ext uri="{FF2B5EF4-FFF2-40B4-BE49-F238E27FC236}">
                  <a16:creationId xmlns:a16="http://schemas.microsoft.com/office/drawing/2014/main" id="{A0F78198-7D79-4CB4-BC3B-D92F9C75C13D}"/>
                </a:ext>
              </a:extLst>
            </p:cNvPr>
            <p:cNvSpPr/>
            <p:nvPr/>
          </p:nvSpPr>
          <p:spPr>
            <a:xfrm rot="5400000">
              <a:off x="-1554019" y="404933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781;p48">
              <a:extLst>
                <a:ext uri="{FF2B5EF4-FFF2-40B4-BE49-F238E27FC236}">
                  <a16:creationId xmlns:a16="http://schemas.microsoft.com/office/drawing/2014/main" id="{C4B90A22-9A97-422F-AAC5-954F31DDD223}"/>
                </a:ext>
              </a:extLst>
            </p:cNvPr>
            <p:cNvSpPr/>
            <p:nvPr/>
          </p:nvSpPr>
          <p:spPr>
            <a:xfrm rot="5400000">
              <a:off x="-1554019" y="366723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782;p48">
              <a:extLst>
                <a:ext uri="{FF2B5EF4-FFF2-40B4-BE49-F238E27FC236}">
                  <a16:creationId xmlns:a16="http://schemas.microsoft.com/office/drawing/2014/main" id="{C4A8C3D8-D547-41A3-9BC3-6D2A2624A5ED}"/>
                </a:ext>
              </a:extLst>
            </p:cNvPr>
            <p:cNvSpPr/>
            <p:nvPr/>
          </p:nvSpPr>
          <p:spPr>
            <a:xfrm rot="5400000">
              <a:off x="-1554019" y="328513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783;p48">
              <a:extLst>
                <a:ext uri="{FF2B5EF4-FFF2-40B4-BE49-F238E27FC236}">
                  <a16:creationId xmlns:a16="http://schemas.microsoft.com/office/drawing/2014/main" id="{67B14C79-AEA7-4DAA-A993-F2FA76E15030}"/>
                </a:ext>
              </a:extLst>
            </p:cNvPr>
            <p:cNvSpPr/>
            <p:nvPr/>
          </p:nvSpPr>
          <p:spPr>
            <a:xfrm rot="5400000">
              <a:off x="-1554019" y="309408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784;p48">
              <a:extLst>
                <a:ext uri="{FF2B5EF4-FFF2-40B4-BE49-F238E27FC236}">
                  <a16:creationId xmlns:a16="http://schemas.microsoft.com/office/drawing/2014/main" id="{5877367C-9B77-4D34-B875-FA473F12DCBB}"/>
                </a:ext>
              </a:extLst>
            </p:cNvPr>
            <p:cNvSpPr/>
            <p:nvPr/>
          </p:nvSpPr>
          <p:spPr>
            <a:xfrm rot="5400000">
              <a:off x="-1554019" y="213882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785;p48">
              <a:extLst>
                <a:ext uri="{FF2B5EF4-FFF2-40B4-BE49-F238E27FC236}">
                  <a16:creationId xmlns:a16="http://schemas.microsoft.com/office/drawing/2014/main" id="{0A0EB9A5-E2C3-4988-95B9-B411F1E99982}"/>
                </a:ext>
              </a:extLst>
            </p:cNvPr>
            <p:cNvSpPr/>
            <p:nvPr/>
          </p:nvSpPr>
          <p:spPr>
            <a:xfrm rot="5400000">
              <a:off x="-1554019" y="232987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786;p48">
              <a:extLst>
                <a:ext uri="{FF2B5EF4-FFF2-40B4-BE49-F238E27FC236}">
                  <a16:creationId xmlns:a16="http://schemas.microsoft.com/office/drawing/2014/main" id="{876B3BDD-6B63-45D3-A9DC-DAB34FDAB12C}"/>
                </a:ext>
              </a:extLst>
            </p:cNvPr>
            <p:cNvSpPr/>
            <p:nvPr/>
          </p:nvSpPr>
          <p:spPr>
            <a:xfrm rot="5400000">
              <a:off x="-1554019" y="194777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787;p48">
              <a:extLst>
                <a:ext uri="{FF2B5EF4-FFF2-40B4-BE49-F238E27FC236}">
                  <a16:creationId xmlns:a16="http://schemas.microsoft.com/office/drawing/2014/main" id="{8B372B81-A94C-4124-8946-B02CC5FCAEA1}"/>
                </a:ext>
              </a:extLst>
            </p:cNvPr>
            <p:cNvSpPr/>
            <p:nvPr/>
          </p:nvSpPr>
          <p:spPr>
            <a:xfrm rot="5400000">
              <a:off x="-1754623" y="385828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788;p48">
              <a:extLst>
                <a:ext uri="{FF2B5EF4-FFF2-40B4-BE49-F238E27FC236}">
                  <a16:creationId xmlns:a16="http://schemas.microsoft.com/office/drawing/2014/main" id="{AA9BF93C-5937-4567-823F-6E1E8600F9D6}"/>
                </a:ext>
              </a:extLst>
            </p:cNvPr>
            <p:cNvSpPr/>
            <p:nvPr/>
          </p:nvSpPr>
          <p:spPr>
            <a:xfrm rot="5400000">
              <a:off x="-1754623" y="404933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789;p48">
              <a:extLst>
                <a:ext uri="{FF2B5EF4-FFF2-40B4-BE49-F238E27FC236}">
                  <a16:creationId xmlns:a16="http://schemas.microsoft.com/office/drawing/2014/main" id="{A71E5636-7C31-469D-BF80-44F4887430F9}"/>
                </a:ext>
              </a:extLst>
            </p:cNvPr>
            <p:cNvSpPr/>
            <p:nvPr/>
          </p:nvSpPr>
          <p:spPr>
            <a:xfrm rot="5400000">
              <a:off x="-1754623" y="3285132"/>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790;p48">
              <a:extLst>
                <a:ext uri="{FF2B5EF4-FFF2-40B4-BE49-F238E27FC236}">
                  <a16:creationId xmlns:a16="http://schemas.microsoft.com/office/drawing/2014/main" id="{E50C9EB2-2A4C-4317-9BD4-D992C0D38FB8}"/>
                </a:ext>
              </a:extLst>
            </p:cNvPr>
            <p:cNvSpPr/>
            <p:nvPr/>
          </p:nvSpPr>
          <p:spPr>
            <a:xfrm rot="5400000">
              <a:off x="-1754623" y="347618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791;p48">
              <a:extLst>
                <a:ext uri="{FF2B5EF4-FFF2-40B4-BE49-F238E27FC236}">
                  <a16:creationId xmlns:a16="http://schemas.microsoft.com/office/drawing/2014/main" id="{4F758243-19AC-41F2-AE6F-88D222CF2C22}"/>
                </a:ext>
              </a:extLst>
            </p:cNvPr>
            <p:cNvSpPr/>
            <p:nvPr/>
          </p:nvSpPr>
          <p:spPr>
            <a:xfrm rot="5400000">
              <a:off x="-1754623" y="309408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792;p48">
              <a:extLst>
                <a:ext uri="{FF2B5EF4-FFF2-40B4-BE49-F238E27FC236}">
                  <a16:creationId xmlns:a16="http://schemas.microsoft.com/office/drawing/2014/main" id="{0B07B20E-1AC3-4703-86D0-7CCEEED19BA8}"/>
                </a:ext>
              </a:extLst>
            </p:cNvPr>
            <p:cNvSpPr/>
            <p:nvPr/>
          </p:nvSpPr>
          <p:spPr>
            <a:xfrm rot="5400000">
              <a:off x="-1754623" y="2711977"/>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793;p48">
              <a:extLst>
                <a:ext uri="{FF2B5EF4-FFF2-40B4-BE49-F238E27FC236}">
                  <a16:creationId xmlns:a16="http://schemas.microsoft.com/office/drawing/2014/main" id="{E6653FA0-9626-4093-943A-827F128C7D76}"/>
                </a:ext>
              </a:extLst>
            </p:cNvPr>
            <p:cNvSpPr/>
            <p:nvPr/>
          </p:nvSpPr>
          <p:spPr>
            <a:xfrm rot="5400000">
              <a:off x="-1754623" y="2903029"/>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794;p48">
              <a:extLst>
                <a:ext uri="{FF2B5EF4-FFF2-40B4-BE49-F238E27FC236}">
                  <a16:creationId xmlns:a16="http://schemas.microsoft.com/office/drawing/2014/main" id="{4E11B279-CD36-456F-A60F-F1F13AA94C02}"/>
                </a:ext>
              </a:extLst>
            </p:cNvPr>
            <p:cNvSpPr/>
            <p:nvPr/>
          </p:nvSpPr>
          <p:spPr>
            <a:xfrm rot="5400000">
              <a:off x="-1754623" y="2520925"/>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795;p48">
              <a:extLst>
                <a:ext uri="{FF2B5EF4-FFF2-40B4-BE49-F238E27FC236}">
                  <a16:creationId xmlns:a16="http://schemas.microsoft.com/office/drawing/2014/main" id="{47DEA709-1CD5-4A86-850C-41B92B5039C9}"/>
                </a:ext>
              </a:extLst>
            </p:cNvPr>
            <p:cNvSpPr/>
            <p:nvPr/>
          </p:nvSpPr>
          <p:spPr>
            <a:xfrm rot="5400000">
              <a:off x="-1754623" y="2329874"/>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796;p48">
              <a:extLst>
                <a:ext uri="{FF2B5EF4-FFF2-40B4-BE49-F238E27FC236}">
                  <a16:creationId xmlns:a16="http://schemas.microsoft.com/office/drawing/2014/main" id="{7AC44FA0-653D-4188-BA1E-4979BF9D102C}"/>
                </a:ext>
              </a:extLst>
            </p:cNvPr>
            <p:cNvSpPr/>
            <p:nvPr/>
          </p:nvSpPr>
          <p:spPr>
            <a:xfrm rot="5400000">
              <a:off x="-1754623" y="1947770"/>
              <a:ext cx="126020" cy="12602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 name="Google Shape;3797;p48">
            <a:extLst>
              <a:ext uri="{FF2B5EF4-FFF2-40B4-BE49-F238E27FC236}">
                <a16:creationId xmlns:a16="http://schemas.microsoft.com/office/drawing/2014/main" id="{33ACE26F-A5CC-4009-BE82-6511EEC39394}"/>
              </a:ext>
            </a:extLst>
          </p:cNvPr>
          <p:cNvPicPr preferRelativeResize="0"/>
          <p:nvPr/>
        </p:nvPicPr>
        <p:blipFill>
          <a:blip r:embed="rId2">
            <a:alphaModFix/>
          </a:blip>
          <a:stretch>
            <a:fillRect/>
          </a:stretch>
        </p:blipFill>
        <p:spPr>
          <a:xfrm>
            <a:off x="2952098" y="2184400"/>
            <a:ext cx="1071261" cy="730880"/>
          </a:xfrm>
          <a:prstGeom prst="rect">
            <a:avLst/>
          </a:prstGeom>
          <a:noFill/>
          <a:ln>
            <a:noFill/>
          </a:ln>
        </p:spPr>
      </p:pic>
      <p:pic>
        <p:nvPicPr>
          <p:cNvPr id="24" name="Google Shape;3798;p48">
            <a:extLst>
              <a:ext uri="{FF2B5EF4-FFF2-40B4-BE49-F238E27FC236}">
                <a16:creationId xmlns:a16="http://schemas.microsoft.com/office/drawing/2014/main" id="{DA19FBF2-9237-4CFE-A87B-54B57B4355EE}"/>
              </a:ext>
            </a:extLst>
          </p:cNvPr>
          <p:cNvPicPr preferRelativeResize="0"/>
          <p:nvPr/>
        </p:nvPicPr>
        <p:blipFill>
          <a:blip r:embed="rId3">
            <a:alphaModFix/>
          </a:blip>
          <a:stretch>
            <a:fillRect/>
          </a:stretch>
        </p:blipFill>
        <p:spPr>
          <a:xfrm>
            <a:off x="922512" y="2501983"/>
            <a:ext cx="2991942" cy="1896042"/>
          </a:xfrm>
          <a:prstGeom prst="rect">
            <a:avLst/>
          </a:prstGeom>
          <a:noFill/>
          <a:ln>
            <a:noFill/>
          </a:ln>
        </p:spPr>
      </p:pic>
      <p:sp>
        <p:nvSpPr>
          <p:cNvPr id="25" name="Google Shape;3799;p48">
            <a:extLst>
              <a:ext uri="{FF2B5EF4-FFF2-40B4-BE49-F238E27FC236}">
                <a16:creationId xmlns:a16="http://schemas.microsoft.com/office/drawing/2014/main" id="{86763FE8-0CCF-43C8-9221-CE1EC1828BDC}"/>
              </a:ext>
            </a:extLst>
          </p:cNvPr>
          <p:cNvSpPr txBox="1">
            <a:spLocks noGrp="1"/>
          </p:cNvSpPr>
          <p:nvPr>
            <p:ph type="title"/>
          </p:nvPr>
        </p:nvSpPr>
        <p:spPr>
          <a:xfrm>
            <a:off x="4244012" y="391500"/>
            <a:ext cx="4224305" cy="730879"/>
          </a:xfrm>
          <a:prstGeom prst="rect">
            <a:avLst/>
          </a:prstGeom>
        </p:spPr>
        <p:txBody>
          <a:bodyPr spcFirstLastPara="1" wrap="square" lIns="91425" tIns="91425" rIns="91425" bIns="91425" anchor="t" anchorCtr="0">
            <a:noAutofit/>
          </a:bodyPr>
          <a:lstStyle/>
          <a:p>
            <a:pPr marL="457200">
              <a:lnSpc>
                <a:spcPct val="107000"/>
              </a:lnSpc>
              <a:spcAft>
                <a:spcPts val="800"/>
              </a:spcAft>
            </a:pPr>
            <a:r>
              <a:rPr lang="fr-FR" sz="4000" dirty="0">
                <a:effectLst/>
                <a:latin typeface="Alumni Sans Pinstripe" pitchFamily="2" charset="0"/>
                <a:ea typeface="Calibri" panose="020F0502020204030204" pitchFamily="34" charset="0"/>
                <a:cs typeface="Arial" panose="020B0604020202020204" pitchFamily="34" charset="0"/>
              </a:rPr>
              <a:t>Action des IDS</a:t>
            </a:r>
          </a:p>
        </p:txBody>
      </p:sp>
      <p:sp>
        <p:nvSpPr>
          <p:cNvPr id="26" name="Google Shape;3808;p48">
            <a:extLst>
              <a:ext uri="{FF2B5EF4-FFF2-40B4-BE49-F238E27FC236}">
                <a16:creationId xmlns:a16="http://schemas.microsoft.com/office/drawing/2014/main" id="{5F45FEA0-B2A0-47F7-8295-0E77DE1A9D47}"/>
              </a:ext>
            </a:extLst>
          </p:cNvPr>
          <p:cNvSpPr/>
          <p:nvPr/>
        </p:nvSpPr>
        <p:spPr>
          <a:xfrm>
            <a:off x="4760564" y="1412478"/>
            <a:ext cx="203849" cy="227025"/>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810;p48">
            <a:extLst>
              <a:ext uri="{FF2B5EF4-FFF2-40B4-BE49-F238E27FC236}">
                <a16:creationId xmlns:a16="http://schemas.microsoft.com/office/drawing/2014/main" id="{1663B769-7CC4-4EB6-B75F-E0C6EBFE9B0E}"/>
              </a:ext>
            </a:extLst>
          </p:cNvPr>
          <p:cNvSpPr/>
          <p:nvPr/>
        </p:nvSpPr>
        <p:spPr>
          <a:xfrm>
            <a:off x="4760564" y="2434632"/>
            <a:ext cx="190254" cy="20819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3811;p48">
            <a:extLst>
              <a:ext uri="{FF2B5EF4-FFF2-40B4-BE49-F238E27FC236}">
                <a16:creationId xmlns:a16="http://schemas.microsoft.com/office/drawing/2014/main" id="{8E63E847-D6AB-4A40-B575-ED2EDBB9EF1A}"/>
              </a:ext>
            </a:extLst>
          </p:cNvPr>
          <p:cNvSpPr/>
          <p:nvPr/>
        </p:nvSpPr>
        <p:spPr>
          <a:xfrm>
            <a:off x="4759111" y="3094710"/>
            <a:ext cx="203849" cy="232652"/>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813;p48">
            <a:extLst>
              <a:ext uri="{FF2B5EF4-FFF2-40B4-BE49-F238E27FC236}">
                <a16:creationId xmlns:a16="http://schemas.microsoft.com/office/drawing/2014/main" id="{FE7917ED-44BF-44A5-B81E-C548B9D45A3A}"/>
              </a:ext>
            </a:extLst>
          </p:cNvPr>
          <p:cNvPicPr preferRelativeResize="0"/>
          <p:nvPr/>
        </p:nvPicPr>
        <p:blipFill>
          <a:blip r:embed="rId4">
            <a:alphaModFix/>
          </a:blip>
          <a:stretch>
            <a:fillRect/>
          </a:stretch>
        </p:blipFill>
        <p:spPr>
          <a:xfrm>
            <a:off x="578150" y="1427895"/>
            <a:ext cx="789008" cy="949728"/>
          </a:xfrm>
          <a:prstGeom prst="rect">
            <a:avLst/>
          </a:prstGeom>
          <a:noFill/>
          <a:ln>
            <a:noFill/>
          </a:ln>
        </p:spPr>
      </p:pic>
      <p:pic>
        <p:nvPicPr>
          <p:cNvPr id="31" name="Google Shape;3814;p48">
            <a:extLst>
              <a:ext uri="{FF2B5EF4-FFF2-40B4-BE49-F238E27FC236}">
                <a16:creationId xmlns:a16="http://schemas.microsoft.com/office/drawing/2014/main" id="{79E7CC6E-6FED-4916-9484-8B7226DA23D5}"/>
              </a:ext>
            </a:extLst>
          </p:cNvPr>
          <p:cNvPicPr preferRelativeResize="0"/>
          <p:nvPr/>
        </p:nvPicPr>
        <p:blipFill>
          <a:blip r:embed="rId5">
            <a:alphaModFix/>
          </a:blip>
          <a:stretch>
            <a:fillRect/>
          </a:stretch>
        </p:blipFill>
        <p:spPr>
          <a:xfrm>
            <a:off x="1422700" y="1412478"/>
            <a:ext cx="1712116" cy="2578853"/>
          </a:xfrm>
          <a:prstGeom prst="rect">
            <a:avLst/>
          </a:prstGeom>
          <a:noFill/>
          <a:ln>
            <a:noFill/>
          </a:ln>
        </p:spPr>
      </p:pic>
      <p:pic>
        <p:nvPicPr>
          <p:cNvPr id="32" name="Google Shape;3815;p48">
            <a:extLst>
              <a:ext uri="{FF2B5EF4-FFF2-40B4-BE49-F238E27FC236}">
                <a16:creationId xmlns:a16="http://schemas.microsoft.com/office/drawing/2014/main" id="{35E175B9-2123-42F4-8B94-51BD1123A0EF}"/>
              </a:ext>
            </a:extLst>
          </p:cNvPr>
          <p:cNvPicPr preferRelativeResize="0"/>
          <p:nvPr/>
        </p:nvPicPr>
        <p:blipFill>
          <a:blip r:embed="rId6">
            <a:alphaModFix/>
          </a:blip>
          <a:stretch>
            <a:fillRect/>
          </a:stretch>
        </p:blipFill>
        <p:spPr>
          <a:xfrm>
            <a:off x="614362" y="2671031"/>
            <a:ext cx="1045904" cy="1312663"/>
          </a:xfrm>
          <a:prstGeom prst="rect">
            <a:avLst/>
          </a:prstGeom>
          <a:noFill/>
          <a:ln>
            <a:noFill/>
          </a:ln>
        </p:spPr>
      </p:pic>
      <p:pic>
        <p:nvPicPr>
          <p:cNvPr id="33" name="Google Shape;3816;p48">
            <a:extLst>
              <a:ext uri="{FF2B5EF4-FFF2-40B4-BE49-F238E27FC236}">
                <a16:creationId xmlns:a16="http://schemas.microsoft.com/office/drawing/2014/main" id="{2AA450B8-0E05-4AAB-93A0-62C9889A1D03}"/>
              </a:ext>
            </a:extLst>
          </p:cNvPr>
          <p:cNvPicPr preferRelativeResize="0"/>
          <p:nvPr/>
        </p:nvPicPr>
        <p:blipFill>
          <a:blip r:embed="rId2">
            <a:alphaModFix/>
          </a:blip>
          <a:stretch>
            <a:fillRect/>
          </a:stretch>
        </p:blipFill>
        <p:spPr>
          <a:xfrm>
            <a:off x="1807121" y="686108"/>
            <a:ext cx="1665571" cy="1136330"/>
          </a:xfrm>
          <a:prstGeom prst="rect">
            <a:avLst/>
          </a:prstGeom>
          <a:noFill/>
          <a:ln>
            <a:noFill/>
          </a:ln>
        </p:spPr>
      </p:pic>
      <p:sp>
        <p:nvSpPr>
          <p:cNvPr id="34" name="Google Shape;4273;p56">
            <a:extLst>
              <a:ext uri="{FF2B5EF4-FFF2-40B4-BE49-F238E27FC236}">
                <a16:creationId xmlns:a16="http://schemas.microsoft.com/office/drawing/2014/main" id="{3BAF02E9-1DAF-4CEC-A1CF-DF700F1DA823}"/>
              </a:ext>
            </a:extLst>
          </p:cNvPr>
          <p:cNvSpPr txBox="1">
            <a:spLocks noGrp="1"/>
          </p:cNvSpPr>
          <p:nvPr>
            <p:ph type="subTitle" idx="1"/>
          </p:nvPr>
        </p:nvSpPr>
        <p:spPr>
          <a:xfrm>
            <a:off x="5149294" y="1321965"/>
            <a:ext cx="3450905" cy="3550627"/>
          </a:xfrm>
          <a:prstGeom prst="rect">
            <a:avLst/>
          </a:prstGeom>
        </p:spPr>
        <p:txBody>
          <a:bodyPr spcFirstLastPara="1" wrap="square" lIns="91425" tIns="91425" rIns="91425" bIns="91425" anchor="t" anchorCtr="0">
            <a:noAutofit/>
          </a:bodyPr>
          <a:lstStyle/>
          <a:p>
            <a:pPr marL="0" lvl="0" indent="0" rtl="0">
              <a:lnSpc>
                <a:spcPct val="107000"/>
              </a:lnSpc>
              <a:spcAft>
                <a:spcPts val="800"/>
              </a:spcAft>
              <a:tabLst>
                <a:tab pos="457200" algn="l"/>
              </a:tabLst>
            </a:pPr>
            <a:r>
              <a:rPr lang="fr-FR" sz="1600" dirty="0">
                <a:effectLst/>
                <a:latin typeface="Advent Pro" panose="02000506040000020004" pitchFamily="2" charset="0"/>
                <a:ea typeface="Calibri" panose="020F0502020204030204" pitchFamily="34" charset="0"/>
                <a:cs typeface="Times New Roman" panose="02020603050405020304" pitchFamily="18" charset="0"/>
              </a:rPr>
              <a:t>Collecte et analyse continue des données réseau ou système.</a:t>
            </a:r>
          </a:p>
          <a:p>
            <a:pPr marL="0" lvl="0" indent="0" rtl="0">
              <a:lnSpc>
                <a:spcPct val="107000"/>
              </a:lnSpc>
              <a:spcAft>
                <a:spcPts val="800"/>
              </a:spcAft>
              <a:tabLst>
                <a:tab pos="457200" algn="l"/>
              </a:tabLst>
            </a:pPr>
            <a:endParaRPr lang="fr-FR" sz="1600" dirty="0">
              <a:effectLst/>
              <a:latin typeface="Advent Pro" panose="02000506040000020004" pitchFamily="2" charset="0"/>
              <a:ea typeface="Calibri" panose="020F0502020204030204" pitchFamily="34" charset="0"/>
              <a:cs typeface="Times New Roman" panose="02020603050405020304" pitchFamily="18" charset="0"/>
            </a:endParaRPr>
          </a:p>
          <a:p>
            <a:pPr marL="0" lvl="0" indent="0">
              <a:lnSpc>
                <a:spcPct val="107000"/>
              </a:lnSpc>
              <a:spcAft>
                <a:spcPts val="800"/>
              </a:spcAft>
              <a:tabLst>
                <a:tab pos="457200" algn="l"/>
              </a:tabLst>
            </a:pPr>
            <a:r>
              <a:rPr lang="fr-FR" sz="1600" dirty="0">
                <a:effectLst/>
                <a:latin typeface="Advent Pro" panose="02000506040000020004" pitchFamily="2" charset="0"/>
                <a:ea typeface="Calibri" panose="020F0502020204030204" pitchFamily="34" charset="0"/>
                <a:cs typeface="Times New Roman" panose="02020603050405020304" pitchFamily="18" charset="0"/>
              </a:rPr>
              <a:t>Journaliser l'évènement;</a:t>
            </a:r>
          </a:p>
          <a:p>
            <a:pPr marL="0" lvl="0" indent="0">
              <a:lnSpc>
                <a:spcPct val="107000"/>
              </a:lnSpc>
              <a:spcAft>
                <a:spcPts val="800"/>
              </a:spcAft>
              <a:tabLst>
                <a:tab pos="457200" algn="l"/>
              </a:tabLst>
            </a:pPr>
            <a:endParaRPr lang="fr-FR" sz="900" dirty="0">
              <a:effectLst/>
              <a:latin typeface="Advent Pro" panose="02000506040000020004" pitchFamily="2" charset="0"/>
              <a:ea typeface="Calibri" panose="020F0502020204030204" pitchFamily="34" charset="0"/>
              <a:cs typeface="Times New Roman" panose="02020603050405020304" pitchFamily="18" charset="0"/>
            </a:endParaRPr>
          </a:p>
          <a:p>
            <a:pPr marL="0" lvl="0" indent="0">
              <a:lnSpc>
                <a:spcPct val="107000"/>
              </a:lnSpc>
              <a:spcAft>
                <a:spcPts val="800"/>
              </a:spcAft>
              <a:tabLst>
                <a:tab pos="457200" algn="l"/>
              </a:tabLst>
            </a:pPr>
            <a:r>
              <a:rPr lang="fr-FR" sz="1600" dirty="0">
                <a:effectLst/>
                <a:latin typeface="Advent Pro" panose="02000506040000020004" pitchFamily="2" charset="0"/>
                <a:ea typeface="Calibri" panose="020F0502020204030204" pitchFamily="34" charset="0"/>
                <a:cs typeface="Times New Roman" panose="02020603050405020304" pitchFamily="18" charset="0"/>
              </a:rPr>
              <a:t>Amorcer certaines actions sur un  réseau ou des hôtes;</a:t>
            </a:r>
          </a:p>
          <a:p>
            <a:pPr marL="0" lvl="0" indent="0">
              <a:lnSpc>
                <a:spcPct val="107000"/>
              </a:lnSpc>
              <a:spcAft>
                <a:spcPts val="800"/>
              </a:spcAft>
              <a:tabLst>
                <a:tab pos="457200" algn="l"/>
              </a:tabLst>
            </a:pPr>
            <a:r>
              <a:rPr lang="fr-FR" sz="1600" dirty="0">
                <a:effectLst/>
                <a:latin typeface="Advent Pro" panose="02000506040000020004" pitchFamily="2" charset="0"/>
                <a:ea typeface="Calibri" panose="020F0502020204030204" pitchFamily="34" charset="0"/>
                <a:cs typeface="Times New Roman" panose="02020603050405020304" pitchFamily="18" charset="0"/>
              </a:rPr>
              <a:t>Intégration avec d’a</a:t>
            </a:r>
            <a:r>
              <a:rPr lang="fr-FR" sz="1600" dirty="0">
                <a:latin typeface="Advent Pro" panose="02000506040000020004" pitchFamily="2" charset="0"/>
                <a:ea typeface="Calibri" panose="020F0502020204030204" pitchFamily="34" charset="0"/>
                <a:cs typeface="Times New Roman" panose="02020603050405020304" pitchFamily="18" charset="0"/>
              </a:rPr>
              <a:t>utres systèmes de sécurité</a:t>
            </a:r>
            <a:endParaRPr lang="fr-FR" sz="1600" dirty="0">
              <a:effectLst/>
              <a:latin typeface="Advent Pro" panose="02000506040000020004" pitchFamily="2" charset="0"/>
              <a:ea typeface="Calibri" panose="020F0502020204030204" pitchFamily="34" charset="0"/>
              <a:cs typeface="Times New Roman" panose="02020603050405020304" pitchFamily="18" charset="0"/>
            </a:endParaRPr>
          </a:p>
          <a:p>
            <a:pPr marL="0" lvl="0" indent="0">
              <a:lnSpc>
                <a:spcPct val="107000"/>
              </a:lnSpc>
              <a:spcAft>
                <a:spcPts val="800"/>
              </a:spcAft>
              <a:tabLst>
                <a:tab pos="457200" algn="l"/>
              </a:tabLst>
            </a:pPr>
            <a:endParaRPr lang="fr-FR" sz="900" dirty="0">
              <a:effectLst/>
              <a:latin typeface="Advent Pro" panose="02000506040000020004" pitchFamily="2" charset="0"/>
              <a:ea typeface="Calibri" panose="020F0502020204030204" pitchFamily="34" charset="0"/>
              <a:cs typeface="Times New Roman" panose="02020603050405020304" pitchFamily="18" charset="0"/>
            </a:endParaRPr>
          </a:p>
          <a:p>
            <a:pPr marL="0" lvl="0" indent="0">
              <a:lnSpc>
                <a:spcPct val="107000"/>
              </a:lnSpc>
              <a:spcAft>
                <a:spcPts val="800"/>
              </a:spcAft>
              <a:tabLst>
                <a:tab pos="457200" algn="l"/>
              </a:tabLst>
            </a:pPr>
            <a:endParaRPr lang="en-US" sz="1600" dirty="0">
              <a:latin typeface="Advent Pro" panose="02000506040000020004" pitchFamily="2" charset="0"/>
            </a:endParaRPr>
          </a:p>
          <a:p>
            <a:pPr marL="0" lvl="0" indent="0">
              <a:lnSpc>
                <a:spcPct val="107000"/>
              </a:lnSpc>
              <a:spcAft>
                <a:spcPts val="800"/>
              </a:spcAft>
              <a:tabLst>
                <a:tab pos="457200" algn="l"/>
              </a:tabLst>
            </a:pPr>
            <a:endParaRPr lang="en-US" dirty="0">
              <a:latin typeface="Advent Pro" panose="02000506040000020004" pitchFamily="2" charset="0"/>
            </a:endParaRPr>
          </a:p>
        </p:txBody>
      </p:sp>
      <p:sp>
        <p:nvSpPr>
          <p:cNvPr id="35" name="Google Shape;3811;p48">
            <a:extLst>
              <a:ext uri="{FF2B5EF4-FFF2-40B4-BE49-F238E27FC236}">
                <a16:creationId xmlns:a16="http://schemas.microsoft.com/office/drawing/2014/main" id="{2A7A5878-1251-4B5D-BD50-394A6F77993C}"/>
              </a:ext>
            </a:extLst>
          </p:cNvPr>
          <p:cNvSpPr/>
          <p:nvPr/>
        </p:nvSpPr>
        <p:spPr>
          <a:xfrm>
            <a:off x="4789270" y="3665659"/>
            <a:ext cx="178389" cy="22717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484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08"/>
        <p:cNvGrpSpPr/>
        <p:nvPr/>
      </p:nvGrpSpPr>
      <p:grpSpPr>
        <a:xfrm>
          <a:off x="0" y="0"/>
          <a:ext cx="0" cy="0"/>
          <a:chOff x="0" y="0"/>
          <a:chExt cx="0" cy="0"/>
        </a:xfrm>
      </p:grpSpPr>
      <p:sp>
        <p:nvSpPr>
          <p:cNvPr id="4009" name="Google Shape;4009;p52"/>
          <p:cNvSpPr/>
          <p:nvPr/>
        </p:nvSpPr>
        <p:spPr>
          <a:xfrm>
            <a:off x="6976799" y="-154018"/>
            <a:ext cx="3360600" cy="3360600"/>
          </a:xfrm>
          <a:prstGeom prst="blockArc">
            <a:avLst>
              <a:gd name="adj1" fmla="val 2830785"/>
              <a:gd name="adj2" fmla="val 18189627"/>
              <a:gd name="adj3" fmla="val 1026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10" name="Google Shape;4010;p52"/>
          <p:cNvPicPr preferRelativeResize="0"/>
          <p:nvPr/>
        </p:nvPicPr>
        <p:blipFill>
          <a:blip r:embed="rId3">
            <a:alphaModFix/>
          </a:blip>
          <a:stretch>
            <a:fillRect/>
          </a:stretch>
        </p:blipFill>
        <p:spPr>
          <a:xfrm>
            <a:off x="5539525" y="2862637"/>
            <a:ext cx="2878150" cy="1916850"/>
          </a:xfrm>
          <a:prstGeom prst="rect">
            <a:avLst/>
          </a:prstGeom>
          <a:noFill/>
          <a:ln>
            <a:noFill/>
          </a:ln>
        </p:spPr>
      </p:pic>
      <p:pic>
        <p:nvPicPr>
          <p:cNvPr id="4013" name="Google Shape;4013;p52"/>
          <p:cNvPicPr preferRelativeResize="0"/>
          <p:nvPr/>
        </p:nvPicPr>
        <p:blipFill>
          <a:blip r:embed="rId4">
            <a:alphaModFix/>
          </a:blip>
          <a:stretch>
            <a:fillRect/>
          </a:stretch>
        </p:blipFill>
        <p:spPr>
          <a:xfrm>
            <a:off x="6253577" y="2195272"/>
            <a:ext cx="1450050" cy="2295457"/>
          </a:xfrm>
          <a:prstGeom prst="rect">
            <a:avLst/>
          </a:prstGeom>
          <a:noFill/>
          <a:ln>
            <a:noFill/>
          </a:ln>
        </p:spPr>
      </p:pic>
      <p:grpSp>
        <p:nvGrpSpPr>
          <p:cNvPr id="4014" name="Google Shape;4014;p52"/>
          <p:cNvGrpSpPr/>
          <p:nvPr/>
        </p:nvGrpSpPr>
        <p:grpSpPr>
          <a:xfrm>
            <a:off x="393883" y="4234869"/>
            <a:ext cx="2227588" cy="726522"/>
            <a:chOff x="3799000" y="1820400"/>
            <a:chExt cx="1039375" cy="338989"/>
          </a:xfrm>
        </p:grpSpPr>
        <p:sp>
          <p:nvSpPr>
            <p:cNvPr id="4015" name="Google Shape;4015;p52"/>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52"/>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52"/>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52"/>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52"/>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52"/>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52"/>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52"/>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52"/>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52"/>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52"/>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52"/>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52"/>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52"/>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52"/>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52"/>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52"/>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52"/>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52"/>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52"/>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52"/>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52"/>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52"/>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52"/>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52"/>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52"/>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52"/>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52"/>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52"/>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52"/>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52"/>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52"/>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52"/>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52"/>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52"/>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52"/>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1" name="Google Shape;4051;p52"/>
          <p:cNvSpPr/>
          <p:nvPr/>
        </p:nvSpPr>
        <p:spPr>
          <a:xfrm rot="-5400000">
            <a:off x="1706050" y="-1820377"/>
            <a:ext cx="2353500" cy="2353500"/>
          </a:xfrm>
          <a:prstGeom prst="blockArc">
            <a:avLst>
              <a:gd name="adj1" fmla="val 2830785"/>
              <a:gd name="adj2" fmla="val 18113610"/>
              <a:gd name="adj3" fmla="val 14852"/>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52"/>
          <p:cNvSpPr/>
          <p:nvPr/>
        </p:nvSpPr>
        <p:spPr>
          <a:xfrm>
            <a:off x="1688700" y="-1820500"/>
            <a:ext cx="2071200" cy="207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3" name="Google Shape;4053;p52"/>
          <p:cNvPicPr preferRelativeResize="0"/>
          <p:nvPr/>
        </p:nvPicPr>
        <p:blipFill>
          <a:blip r:embed="rId5">
            <a:alphaModFix/>
          </a:blip>
          <a:stretch>
            <a:fillRect/>
          </a:stretch>
        </p:blipFill>
        <p:spPr>
          <a:xfrm>
            <a:off x="85512" y="159957"/>
            <a:ext cx="1362425" cy="976900"/>
          </a:xfrm>
          <a:prstGeom prst="rect">
            <a:avLst/>
          </a:prstGeom>
          <a:noFill/>
          <a:ln>
            <a:noFill/>
          </a:ln>
        </p:spPr>
      </p:pic>
      <p:sp>
        <p:nvSpPr>
          <p:cNvPr id="4054" name="Google Shape;4054;p52"/>
          <p:cNvSpPr/>
          <p:nvPr/>
        </p:nvSpPr>
        <p:spPr>
          <a:xfrm>
            <a:off x="6952026" y="-154026"/>
            <a:ext cx="2957400" cy="295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5" name="Google Shape;4055;p52"/>
          <p:cNvPicPr preferRelativeResize="0"/>
          <p:nvPr/>
        </p:nvPicPr>
        <p:blipFill>
          <a:blip r:embed="rId6">
            <a:alphaModFix/>
          </a:blip>
          <a:stretch>
            <a:fillRect/>
          </a:stretch>
        </p:blipFill>
        <p:spPr>
          <a:xfrm>
            <a:off x="7668350" y="1683350"/>
            <a:ext cx="1052702" cy="1331675"/>
          </a:xfrm>
          <a:prstGeom prst="rect">
            <a:avLst/>
          </a:prstGeom>
          <a:noFill/>
          <a:ln>
            <a:noFill/>
          </a:ln>
        </p:spPr>
      </p:pic>
      <p:pic>
        <p:nvPicPr>
          <p:cNvPr id="4056" name="Google Shape;4056;p52"/>
          <p:cNvPicPr preferRelativeResize="0"/>
          <p:nvPr/>
        </p:nvPicPr>
        <p:blipFill>
          <a:blip r:embed="rId7">
            <a:alphaModFix/>
          </a:blip>
          <a:stretch>
            <a:fillRect/>
          </a:stretch>
        </p:blipFill>
        <p:spPr>
          <a:xfrm>
            <a:off x="6790800" y="356287"/>
            <a:ext cx="1006125" cy="1327069"/>
          </a:xfrm>
          <a:prstGeom prst="rect">
            <a:avLst/>
          </a:prstGeom>
          <a:noFill/>
          <a:ln>
            <a:noFill/>
          </a:ln>
        </p:spPr>
      </p:pic>
      <p:sp>
        <p:nvSpPr>
          <p:cNvPr id="3" name="Titre 2">
            <a:extLst>
              <a:ext uri="{FF2B5EF4-FFF2-40B4-BE49-F238E27FC236}">
                <a16:creationId xmlns:a16="http://schemas.microsoft.com/office/drawing/2014/main" id="{C48FDFBF-3533-4EB2-A651-81A1ED54FB30}"/>
              </a:ext>
            </a:extLst>
          </p:cNvPr>
          <p:cNvSpPr>
            <a:spLocks noGrp="1"/>
          </p:cNvSpPr>
          <p:nvPr>
            <p:ph type="title"/>
          </p:nvPr>
        </p:nvSpPr>
        <p:spPr>
          <a:xfrm>
            <a:off x="2430420" y="442369"/>
            <a:ext cx="2453521" cy="554100"/>
          </a:xfrm>
        </p:spPr>
        <p:txBody>
          <a:bodyPr/>
          <a:lstStyle/>
          <a:p>
            <a:pPr>
              <a:lnSpc>
                <a:spcPct val="107000"/>
              </a:lnSpc>
              <a:spcAft>
                <a:spcPts val="800"/>
              </a:spcAft>
            </a:pPr>
            <a:r>
              <a:rPr lang="fr-FR" sz="2400" b="1" dirty="0">
                <a:effectLst/>
                <a:latin typeface="Alumni Sans Pinstripe" pitchFamily="2" charset="0"/>
                <a:ea typeface="Calibri" panose="020F0502020204030204" pitchFamily="34" charset="0"/>
                <a:cs typeface="Arial" panose="020B0604020202020204" pitchFamily="34" charset="0"/>
              </a:rPr>
              <a:t>LES LIMITES DES IDS</a:t>
            </a:r>
            <a:endParaRPr lang="fr-FR" sz="2400" dirty="0">
              <a:effectLst/>
              <a:latin typeface="Alumni Sans Pinstripe" pitchFamily="2" charset="0"/>
              <a:ea typeface="Calibri" panose="020F0502020204030204" pitchFamily="34" charset="0"/>
              <a:cs typeface="Arial" panose="020B0604020202020204" pitchFamily="34" charset="0"/>
            </a:endParaRPr>
          </a:p>
        </p:txBody>
      </p:sp>
      <p:sp>
        <p:nvSpPr>
          <p:cNvPr id="4012" name="Google Shape;4012;p52"/>
          <p:cNvSpPr txBox="1">
            <a:spLocks noGrp="1"/>
          </p:cNvSpPr>
          <p:nvPr>
            <p:ph type="subTitle" idx="1"/>
          </p:nvPr>
        </p:nvSpPr>
        <p:spPr>
          <a:xfrm>
            <a:off x="308149" y="1163408"/>
            <a:ext cx="6512314" cy="2880392"/>
          </a:xfrm>
          <a:prstGeom prst="rect">
            <a:avLst/>
          </a:prstGeom>
        </p:spPr>
        <p:txBody>
          <a:bodyPr spcFirstLastPara="1" wrap="square" lIns="91425" tIns="91425" rIns="91425" bIns="91425" anchor="b" anchorCtr="0">
            <a:noAutofit/>
          </a:bodyPr>
          <a:lstStyle/>
          <a:p>
            <a:pPr marL="0" lvl="0" indent="0" rtl="0">
              <a:lnSpc>
                <a:spcPct val="107000"/>
              </a:lnSpc>
              <a:spcAft>
                <a:spcPts val="800"/>
              </a:spcAft>
              <a:tabLst>
                <a:tab pos="457200" algn="l"/>
              </a:tabLst>
            </a:pPr>
            <a:r>
              <a:rPr lang="fr-FR" sz="1300" dirty="0">
                <a:effectLst/>
                <a:latin typeface="Advent Pro" panose="02000506040000020004" pitchFamily="2" charset="0"/>
                <a:ea typeface="Calibri" panose="020F0502020204030204" pitchFamily="34" charset="0"/>
                <a:cs typeface="Arial" panose="020B0604020202020204" pitchFamily="34" charset="0"/>
              </a:rPr>
              <a:t>    Les Systèmes de détection présentent </a:t>
            </a:r>
            <a:r>
              <a:rPr lang="fr-FR" sz="1300" dirty="0">
                <a:latin typeface="Advent Pro" panose="02000506040000020004" pitchFamily="2" charset="0"/>
                <a:ea typeface="Calibri" panose="020F0502020204030204" pitchFamily="34" charset="0"/>
                <a:cs typeface="Arial" panose="020B0604020202020204" pitchFamily="34" charset="0"/>
              </a:rPr>
              <a:t>les limites</a:t>
            </a:r>
            <a:r>
              <a:rPr lang="fr-FR" sz="1300" dirty="0">
                <a:effectLst/>
                <a:latin typeface="Advent Pro" panose="02000506040000020004" pitchFamily="2" charset="0"/>
                <a:ea typeface="Calibri" panose="020F0502020204030204" pitchFamily="34" charset="0"/>
                <a:cs typeface="Arial" panose="020B0604020202020204" pitchFamily="34" charset="0"/>
              </a:rPr>
              <a:t> suivantes :</a:t>
            </a:r>
            <a:endParaRPr lang="fr-FR" sz="1300" dirty="0">
              <a:effectLst/>
              <a:latin typeface="Advent Pro" panose="02000506040000020004" pitchFamily="2" charset="0"/>
              <a:ea typeface="Calibri" panose="020F0502020204030204" pitchFamily="34" charset="0"/>
              <a:cs typeface="Times New Roman" panose="02020603050405020304" pitchFamily="18" charset="0"/>
            </a:endParaRPr>
          </a:p>
          <a:p>
            <a:pPr marL="1077913" lvl="0" indent="-177800" rtl="0">
              <a:lnSpc>
                <a:spcPct val="107000"/>
              </a:lnSpc>
              <a:spcAft>
                <a:spcPts val="800"/>
              </a:spcAft>
              <a:buFont typeface="Arial" panose="020B0604020202020204" pitchFamily="34" charset="0"/>
              <a:buChar char="•"/>
              <a:tabLst>
                <a:tab pos="457200" algn="l"/>
              </a:tabLst>
            </a:pPr>
            <a:r>
              <a:rPr lang="fr-FR" sz="1400" dirty="0"/>
              <a:t>Dépendance à la configuration  et à la mise à jour</a:t>
            </a:r>
            <a:r>
              <a:rPr lang="fr-FR" sz="1300" dirty="0">
                <a:effectLst/>
                <a:latin typeface="Advent Pro" panose="02000506040000020004" pitchFamily="2" charset="0"/>
                <a:ea typeface="Calibri" panose="020F0502020204030204" pitchFamily="34" charset="0"/>
                <a:cs typeface="Times New Roman" panose="02020603050405020304" pitchFamily="18" charset="0"/>
              </a:rPr>
              <a:t>;</a:t>
            </a:r>
          </a:p>
          <a:p>
            <a:pPr marL="1077913" lvl="0" indent="-177800">
              <a:lnSpc>
                <a:spcPct val="107000"/>
              </a:lnSpc>
              <a:spcAft>
                <a:spcPts val="800"/>
              </a:spcAft>
              <a:buFont typeface="Arial" panose="020B0604020202020204" pitchFamily="34" charset="0"/>
              <a:buChar char="•"/>
              <a:tabLst>
                <a:tab pos="457200" algn="l"/>
              </a:tabLst>
            </a:pPr>
            <a:r>
              <a:rPr lang="fr-FR" sz="1400" dirty="0">
                <a:effectLst/>
                <a:latin typeface="Advent Pro" panose="02000506040000020004" pitchFamily="2" charset="0"/>
                <a:ea typeface="Calibri" panose="020F0502020204030204" pitchFamily="34" charset="0"/>
                <a:cs typeface="Times New Roman" panose="02020603050405020304" pitchFamily="18" charset="0"/>
              </a:rPr>
              <a:t>Dépendances aux signatures;</a:t>
            </a:r>
          </a:p>
          <a:p>
            <a:pPr marL="1077913" indent="-177800">
              <a:lnSpc>
                <a:spcPct val="107000"/>
              </a:lnSpc>
              <a:spcAft>
                <a:spcPts val="800"/>
              </a:spcAft>
              <a:buFont typeface="Arial" panose="020B0604020202020204" pitchFamily="34" charset="0"/>
              <a:buChar char="•"/>
              <a:tabLst>
                <a:tab pos="457200" algn="l"/>
              </a:tabLst>
            </a:pPr>
            <a:r>
              <a:rPr lang="fr-FR" sz="1400" dirty="0">
                <a:effectLst/>
                <a:latin typeface="Advent Pro" panose="02000506040000020004" pitchFamily="2" charset="0"/>
                <a:ea typeface="Calibri" panose="020F0502020204030204" pitchFamily="34" charset="0"/>
                <a:cs typeface="Times New Roman" panose="02020603050405020304" pitchFamily="18" charset="0"/>
              </a:rPr>
              <a:t>Fausses alertes;</a:t>
            </a:r>
          </a:p>
          <a:p>
            <a:pPr marL="1077913" lvl="0" indent="-177800">
              <a:lnSpc>
                <a:spcPct val="107000"/>
              </a:lnSpc>
              <a:spcAft>
                <a:spcPts val="800"/>
              </a:spcAft>
              <a:buFont typeface="Arial" panose="020B0604020202020204" pitchFamily="34" charset="0"/>
              <a:buChar char="•"/>
              <a:tabLst>
                <a:tab pos="457200" algn="l"/>
              </a:tabLst>
            </a:pPr>
            <a:r>
              <a:rPr lang="fr-FR" sz="1300" dirty="0">
                <a:effectLst/>
                <a:latin typeface="Advent Pro" panose="02000506040000020004" pitchFamily="2" charset="0"/>
                <a:ea typeface="Calibri" panose="020F0502020204030204" pitchFamily="34" charset="0"/>
                <a:cs typeface="Times New Roman" panose="02020603050405020304" pitchFamily="18" charset="0"/>
              </a:rPr>
              <a:t>Contournement par des attaques sophistiquées;</a:t>
            </a:r>
          </a:p>
          <a:p>
            <a:pPr marL="1077913" indent="-177800">
              <a:lnSpc>
                <a:spcPct val="107000"/>
              </a:lnSpc>
              <a:spcAft>
                <a:spcPts val="800"/>
              </a:spcAft>
              <a:buFont typeface="Arial" panose="020B0604020202020204" pitchFamily="34" charset="0"/>
              <a:buChar char="•"/>
              <a:tabLst>
                <a:tab pos="457200" algn="l"/>
              </a:tabLst>
            </a:pPr>
            <a:r>
              <a:rPr lang="fr-FR" sz="1400" dirty="0"/>
              <a:t>Incapacité à prévenir les intrusions</a:t>
            </a:r>
            <a:endParaRPr lang="fr-FR" sz="1300" dirty="0">
              <a:effectLst/>
              <a:latin typeface="Advent Pro" panose="02000506040000020004" pitchFamily="2" charset="0"/>
              <a:ea typeface="Calibri" panose="020F0502020204030204" pitchFamily="34" charset="0"/>
              <a:cs typeface="Times New Roman" panose="02020603050405020304" pitchFamily="18" charset="0"/>
            </a:endParaRPr>
          </a:p>
          <a:p>
            <a:pPr marL="900113" lvl="0" indent="-722313">
              <a:lnSpc>
                <a:spcPct val="107000"/>
              </a:lnSpc>
              <a:spcAft>
                <a:spcPts val="800"/>
              </a:spcAft>
              <a:tabLst>
                <a:tab pos="457200" algn="l"/>
              </a:tabLst>
            </a:pPr>
            <a:r>
              <a:rPr lang="fr-FR" sz="1300" dirty="0">
                <a:effectLst/>
                <a:latin typeface="Advent Pro" panose="02000506040000020004" pitchFamily="2" charset="0"/>
                <a:ea typeface="Calibri" panose="020F0502020204030204" pitchFamily="34" charset="0"/>
                <a:cs typeface="Arial" panose="020B0604020202020204" pitchFamily="34" charset="0"/>
              </a:rPr>
              <a:t>Suite à des avertissements aux administrateurs des systèmes il n'est pas conçu</a:t>
            </a:r>
          </a:p>
          <a:p>
            <a:pPr marL="0" lvl="0" indent="0" algn="ctr">
              <a:lnSpc>
                <a:spcPct val="107000"/>
              </a:lnSpc>
              <a:spcAft>
                <a:spcPts val="800"/>
              </a:spcAft>
              <a:tabLst>
                <a:tab pos="457200" algn="l"/>
              </a:tabLst>
            </a:pPr>
            <a:r>
              <a:rPr lang="fr-FR" sz="1300" dirty="0">
                <a:effectLst/>
                <a:latin typeface="Advent Pro" panose="02000506040000020004" pitchFamily="2" charset="0"/>
                <a:ea typeface="Calibri" panose="020F0502020204030204" pitchFamily="34" charset="0"/>
                <a:cs typeface="Arial" panose="020B0604020202020204" pitchFamily="34" charset="0"/>
              </a:rPr>
              <a:t> pour bloquer les attaques.</a:t>
            </a:r>
          </a:p>
        </p:txBody>
      </p:sp>
    </p:spTree>
    <p:extLst>
      <p:ext uri="{BB962C8B-B14F-4D97-AF65-F5344CB8AC3E}">
        <p14:creationId xmlns:p14="http://schemas.microsoft.com/office/powerpoint/2010/main" val="1639517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53"/>
        <p:cNvGrpSpPr/>
        <p:nvPr/>
      </p:nvGrpSpPr>
      <p:grpSpPr>
        <a:xfrm>
          <a:off x="0" y="0"/>
          <a:ext cx="0" cy="0"/>
          <a:chOff x="0" y="0"/>
          <a:chExt cx="0" cy="0"/>
        </a:xfrm>
      </p:grpSpPr>
      <p:sp>
        <p:nvSpPr>
          <p:cNvPr id="4154" name="Google Shape;4154;p55"/>
          <p:cNvSpPr txBox="1">
            <a:spLocks noGrp="1"/>
          </p:cNvSpPr>
          <p:nvPr>
            <p:ph type="title"/>
          </p:nvPr>
        </p:nvSpPr>
        <p:spPr>
          <a:xfrm>
            <a:off x="958664" y="3300347"/>
            <a:ext cx="4286615"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4000" dirty="0">
                <a:latin typeface="Alumni Sans Pinstripe" panose="020B0604020202020204" charset="0"/>
                <a:ea typeface="Calibri" panose="020F0502020204030204" pitchFamily="34" charset="0"/>
                <a:cs typeface="Arial" panose="020B0604020202020204" pitchFamily="34" charset="0"/>
              </a:rPr>
              <a:t>A</a:t>
            </a:r>
            <a:r>
              <a:rPr lang="fr-FR" sz="4000" dirty="0">
                <a:effectLst/>
                <a:latin typeface="Alumni Sans Pinstripe" panose="020B0604020202020204" charset="0"/>
                <a:ea typeface="Calibri" panose="020F0502020204030204" pitchFamily="34" charset="0"/>
                <a:cs typeface="Arial" panose="020B0604020202020204" pitchFamily="34" charset="0"/>
              </a:rPr>
              <a:t>pprentissage automatique</a:t>
            </a:r>
            <a:endParaRPr lang="fr-FR" sz="4800" dirty="0">
              <a:latin typeface="Alumni Sans Pinstripe" panose="020B0604020202020204" charset="0"/>
            </a:endParaRPr>
          </a:p>
        </p:txBody>
      </p:sp>
      <p:sp>
        <p:nvSpPr>
          <p:cNvPr id="4262" name="Google Shape;4262;p55"/>
          <p:cNvSpPr txBox="1">
            <a:spLocks noGrp="1"/>
          </p:cNvSpPr>
          <p:nvPr>
            <p:ph type="title" idx="2"/>
          </p:nvPr>
        </p:nvSpPr>
        <p:spPr>
          <a:xfrm>
            <a:off x="942069" y="2349478"/>
            <a:ext cx="929594" cy="80091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4156" name="Google Shape;4156;p55"/>
          <p:cNvSpPr/>
          <p:nvPr/>
        </p:nvSpPr>
        <p:spPr>
          <a:xfrm>
            <a:off x="684349" y="1922749"/>
            <a:ext cx="1494495" cy="1506252"/>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157" name="Google Shape;4157;p55"/>
          <p:cNvGrpSpPr/>
          <p:nvPr/>
        </p:nvGrpSpPr>
        <p:grpSpPr>
          <a:xfrm>
            <a:off x="5221371" y="4023580"/>
            <a:ext cx="2227588" cy="726522"/>
            <a:chOff x="5608450" y="1680311"/>
            <a:chExt cx="1039375" cy="338989"/>
          </a:xfrm>
        </p:grpSpPr>
        <p:sp>
          <p:nvSpPr>
            <p:cNvPr id="4158" name="Google Shape;4158;p55"/>
            <p:cNvSpPr/>
            <p:nvPr/>
          </p:nvSpPr>
          <p:spPr>
            <a:xfrm>
              <a:off x="649988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55"/>
            <p:cNvSpPr/>
            <p:nvPr/>
          </p:nvSpPr>
          <p:spPr>
            <a:xfrm>
              <a:off x="649988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55"/>
            <p:cNvSpPr/>
            <p:nvPr/>
          </p:nvSpPr>
          <p:spPr>
            <a:xfrm>
              <a:off x="649988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55"/>
            <p:cNvSpPr/>
            <p:nvPr/>
          </p:nvSpPr>
          <p:spPr>
            <a:xfrm>
              <a:off x="6589025"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55"/>
            <p:cNvSpPr/>
            <p:nvPr/>
          </p:nvSpPr>
          <p:spPr>
            <a:xfrm>
              <a:off x="658902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55"/>
            <p:cNvSpPr/>
            <p:nvPr/>
          </p:nvSpPr>
          <p:spPr>
            <a:xfrm>
              <a:off x="6410738"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55"/>
            <p:cNvSpPr/>
            <p:nvPr/>
          </p:nvSpPr>
          <p:spPr>
            <a:xfrm>
              <a:off x="6410738"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55"/>
            <p:cNvSpPr/>
            <p:nvPr/>
          </p:nvSpPr>
          <p:spPr>
            <a:xfrm>
              <a:off x="6410738"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55"/>
            <p:cNvSpPr/>
            <p:nvPr/>
          </p:nvSpPr>
          <p:spPr>
            <a:xfrm>
              <a:off x="623245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55"/>
            <p:cNvSpPr/>
            <p:nvPr/>
          </p:nvSpPr>
          <p:spPr>
            <a:xfrm>
              <a:off x="623245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55"/>
            <p:cNvSpPr/>
            <p:nvPr/>
          </p:nvSpPr>
          <p:spPr>
            <a:xfrm>
              <a:off x="6321595"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55"/>
            <p:cNvSpPr/>
            <p:nvPr/>
          </p:nvSpPr>
          <p:spPr>
            <a:xfrm>
              <a:off x="6321595"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55"/>
            <p:cNvSpPr/>
            <p:nvPr/>
          </p:nvSpPr>
          <p:spPr>
            <a:xfrm>
              <a:off x="6321595"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55"/>
            <p:cNvSpPr/>
            <p:nvPr/>
          </p:nvSpPr>
          <p:spPr>
            <a:xfrm>
              <a:off x="614330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55"/>
            <p:cNvSpPr/>
            <p:nvPr/>
          </p:nvSpPr>
          <p:spPr>
            <a:xfrm>
              <a:off x="614330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55"/>
            <p:cNvSpPr/>
            <p:nvPr/>
          </p:nvSpPr>
          <p:spPr>
            <a:xfrm>
              <a:off x="6143309"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55"/>
            <p:cNvSpPr/>
            <p:nvPr/>
          </p:nvSpPr>
          <p:spPr>
            <a:xfrm>
              <a:off x="614330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55"/>
            <p:cNvSpPr/>
            <p:nvPr/>
          </p:nvSpPr>
          <p:spPr>
            <a:xfrm>
              <a:off x="5965022"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55"/>
            <p:cNvSpPr/>
            <p:nvPr/>
          </p:nvSpPr>
          <p:spPr>
            <a:xfrm>
              <a:off x="5965022"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55"/>
            <p:cNvSpPr/>
            <p:nvPr/>
          </p:nvSpPr>
          <p:spPr>
            <a:xfrm>
              <a:off x="5965022"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55"/>
            <p:cNvSpPr/>
            <p:nvPr/>
          </p:nvSpPr>
          <p:spPr>
            <a:xfrm>
              <a:off x="5965022"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55"/>
            <p:cNvSpPr/>
            <p:nvPr/>
          </p:nvSpPr>
          <p:spPr>
            <a:xfrm>
              <a:off x="605416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55"/>
            <p:cNvSpPr/>
            <p:nvPr/>
          </p:nvSpPr>
          <p:spPr>
            <a:xfrm>
              <a:off x="605416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55"/>
            <p:cNvSpPr/>
            <p:nvPr/>
          </p:nvSpPr>
          <p:spPr>
            <a:xfrm>
              <a:off x="605416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55"/>
            <p:cNvSpPr/>
            <p:nvPr/>
          </p:nvSpPr>
          <p:spPr>
            <a:xfrm>
              <a:off x="5875879"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55"/>
            <p:cNvSpPr/>
            <p:nvPr/>
          </p:nvSpPr>
          <p:spPr>
            <a:xfrm>
              <a:off x="5875879"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55"/>
            <p:cNvSpPr/>
            <p:nvPr/>
          </p:nvSpPr>
          <p:spPr>
            <a:xfrm>
              <a:off x="5875879"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55"/>
            <p:cNvSpPr/>
            <p:nvPr/>
          </p:nvSpPr>
          <p:spPr>
            <a:xfrm>
              <a:off x="5697593"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55"/>
            <p:cNvSpPr/>
            <p:nvPr/>
          </p:nvSpPr>
          <p:spPr>
            <a:xfrm>
              <a:off x="5697593"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55"/>
            <p:cNvSpPr/>
            <p:nvPr/>
          </p:nvSpPr>
          <p:spPr>
            <a:xfrm>
              <a:off x="5697593"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55"/>
            <p:cNvSpPr/>
            <p:nvPr/>
          </p:nvSpPr>
          <p:spPr>
            <a:xfrm>
              <a:off x="5697593"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55"/>
            <p:cNvSpPr/>
            <p:nvPr/>
          </p:nvSpPr>
          <p:spPr>
            <a:xfrm>
              <a:off x="5786736" y="1680311"/>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55"/>
            <p:cNvSpPr/>
            <p:nvPr/>
          </p:nvSpPr>
          <p:spPr>
            <a:xfrm>
              <a:off x="5786736" y="1773707"/>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55"/>
            <p:cNvSpPr/>
            <p:nvPr/>
          </p:nvSpPr>
          <p:spPr>
            <a:xfrm>
              <a:off x="5786736"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55"/>
            <p:cNvSpPr/>
            <p:nvPr/>
          </p:nvSpPr>
          <p:spPr>
            <a:xfrm>
              <a:off x="5786736" y="19605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55"/>
            <p:cNvSpPr/>
            <p:nvPr/>
          </p:nvSpPr>
          <p:spPr>
            <a:xfrm>
              <a:off x="5608450" y="1867104"/>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4" name="Google Shape;4194;p55"/>
          <p:cNvGrpSpPr/>
          <p:nvPr/>
        </p:nvGrpSpPr>
        <p:grpSpPr>
          <a:xfrm rot="5400000">
            <a:off x="7190880" y="809566"/>
            <a:ext cx="2227589" cy="1527191"/>
            <a:chOff x="5519300" y="372750"/>
            <a:chExt cx="1039375" cy="712575"/>
          </a:xfrm>
        </p:grpSpPr>
        <p:sp>
          <p:nvSpPr>
            <p:cNvPr id="4195" name="Google Shape;4195;p55"/>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55"/>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55"/>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55"/>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55"/>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55"/>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55"/>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55"/>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55"/>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55"/>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55"/>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55"/>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55"/>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55"/>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55"/>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55"/>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55"/>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55"/>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55"/>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55"/>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55"/>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55"/>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55"/>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55"/>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55"/>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55"/>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55"/>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55"/>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55"/>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55"/>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55"/>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55"/>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55"/>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55"/>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55"/>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55"/>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55"/>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55"/>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55"/>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55"/>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55"/>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55"/>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55"/>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55"/>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55"/>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55"/>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55"/>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55"/>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55"/>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55"/>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55"/>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55"/>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55"/>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55"/>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55"/>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55"/>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55"/>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55"/>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55"/>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55"/>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55"/>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55"/>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55"/>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55"/>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55"/>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55"/>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55"/>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263" name="Google Shape;4263;p55"/>
          <p:cNvPicPr preferRelativeResize="0"/>
          <p:nvPr/>
        </p:nvPicPr>
        <p:blipFill>
          <a:blip r:embed="rId3">
            <a:alphaModFix/>
          </a:blip>
          <a:stretch>
            <a:fillRect/>
          </a:stretch>
        </p:blipFill>
        <p:spPr>
          <a:xfrm>
            <a:off x="6897946" y="680500"/>
            <a:ext cx="1602225" cy="1148801"/>
          </a:xfrm>
          <a:prstGeom prst="rect">
            <a:avLst/>
          </a:prstGeom>
          <a:noFill/>
          <a:ln>
            <a:noFill/>
          </a:ln>
        </p:spPr>
      </p:pic>
      <p:pic>
        <p:nvPicPr>
          <p:cNvPr id="4264" name="Google Shape;4264;p55"/>
          <p:cNvPicPr preferRelativeResize="0"/>
          <p:nvPr/>
        </p:nvPicPr>
        <p:blipFill>
          <a:blip r:embed="rId3">
            <a:alphaModFix/>
          </a:blip>
          <a:stretch>
            <a:fillRect/>
          </a:stretch>
        </p:blipFill>
        <p:spPr>
          <a:xfrm>
            <a:off x="7314025" y="3596918"/>
            <a:ext cx="1527200" cy="1095008"/>
          </a:xfrm>
          <a:prstGeom prst="rect">
            <a:avLst/>
          </a:prstGeom>
          <a:noFill/>
          <a:ln>
            <a:noFill/>
          </a:ln>
        </p:spPr>
      </p:pic>
      <p:pic>
        <p:nvPicPr>
          <p:cNvPr id="4265" name="Google Shape;4265;p55"/>
          <p:cNvPicPr preferRelativeResize="0"/>
          <p:nvPr/>
        </p:nvPicPr>
        <p:blipFill>
          <a:blip r:embed="rId3">
            <a:alphaModFix/>
          </a:blip>
          <a:stretch>
            <a:fillRect/>
          </a:stretch>
        </p:blipFill>
        <p:spPr>
          <a:xfrm>
            <a:off x="4808150" y="1944682"/>
            <a:ext cx="841200" cy="603144"/>
          </a:xfrm>
          <a:prstGeom prst="rect">
            <a:avLst/>
          </a:prstGeom>
          <a:noFill/>
          <a:ln>
            <a:noFill/>
          </a:ln>
        </p:spPr>
      </p:pic>
      <p:pic>
        <p:nvPicPr>
          <p:cNvPr id="4266" name="Google Shape;4266;p55"/>
          <p:cNvPicPr preferRelativeResize="0"/>
          <p:nvPr/>
        </p:nvPicPr>
        <p:blipFill>
          <a:blip r:embed="rId4">
            <a:alphaModFix/>
          </a:blip>
          <a:stretch>
            <a:fillRect/>
          </a:stretch>
        </p:blipFill>
        <p:spPr>
          <a:xfrm flipH="1">
            <a:off x="6171477" y="1465850"/>
            <a:ext cx="1743550" cy="2910855"/>
          </a:xfrm>
          <a:prstGeom prst="rect">
            <a:avLst/>
          </a:prstGeom>
          <a:noFill/>
          <a:ln>
            <a:noFill/>
          </a:ln>
        </p:spPr>
      </p:pic>
      <p:pic>
        <p:nvPicPr>
          <p:cNvPr id="4267" name="Google Shape;4267;p55"/>
          <p:cNvPicPr preferRelativeResize="0"/>
          <p:nvPr/>
        </p:nvPicPr>
        <p:blipFill>
          <a:blip r:embed="rId5">
            <a:alphaModFix/>
          </a:blip>
          <a:stretch>
            <a:fillRect/>
          </a:stretch>
        </p:blipFill>
        <p:spPr>
          <a:xfrm>
            <a:off x="5649349" y="2720712"/>
            <a:ext cx="936775" cy="12356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1791-733B-4024-9F88-EA2E6A275F0B}"/>
              </a:ext>
            </a:extLst>
          </p:cNvPr>
          <p:cNvSpPr>
            <a:spLocks noGrp="1"/>
          </p:cNvSpPr>
          <p:nvPr>
            <p:ph type="title"/>
          </p:nvPr>
        </p:nvSpPr>
        <p:spPr>
          <a:xfrm>
            <a:off x="953690" y="1121568"/>
            <a:ext cx="7122319" cy="2943226"/>
          </a:xfrm>
        </p:spPr>
        <p:txBody>
          <a:bodyPr/>
          <a:lstStyle/>
          <a:p>
            <a:r>
              <a:rPr lang="fr-FR" sz="2000" dirty="0">
                <a:latin typeface="Arial Narrow" panose="020B0606020202030204" pitchFamily="34" charset="0"/>
              </a:rPr>
              <a:t>Qu’est ce que l’apprentissage Automatique ?</a:t>
            </a:r>
            <a:br>
              <a:rPr lang="fr-FR" sz="2000" dirty="0">
                <a:latin typeface="Arial Narrow" panose="020B0606020202030204" pitchFamily="34" charset="0"/>
              </a:rPr>
            </a:br>
            <a:br>
              <a:rPr lang="fr-FR" sz="2000" dirty="0">
                <a:latin typeface="Arial Narrow" panose="020B0606020202030204" pitchFamily="34" charset="0"/>
              </a:rPr>
            </a:br>
            <a:r>
              <a:rPr lang="fr-FR" sz="2000" b="0" dirty="0">
                <a:effectLst/>
                <a:latin typeface="Arial Narrow" panose="020B0606020202030204" pitchFamily="34" charset="0"/>
                <a:ea typeface="Times New Roman" panose="02020603050405020304" pitchFamily="18" charset="0"/>
              </a:rPr>
              <a:t>L'apprentissage automatique est un domaine de l'intelligence artificielle qui permet aux systèmes d'apprendre et de s'améliorer à partir des données, sans être explicitement programmés. Cette technologie offre de nouvelles possibilités pour améliorer les performances des IDS.</a:t>
            </a:r>
            <a:br>
              <a:rPr lang="fr-FR" sz="2000" dirty="0"/>
            </a:br>
            <a:br>
              <a:rPr lang="fr-FR" sz="2000" dirty="0"/>
            </a:br>
            <a:endParaRPr lang="fr-FR" sz="2000" dirty="0"/>
          </a:p>
        </p:txBody>
      </p:sp>
    </p:spTree>
    <p:extLst>
      <p:ext uri="{BB962C8B-B14F-4D97-AF65-F5344CB8AC3E}">
        <p14:creationId xmlns:p14="http://schemas.microsoft.com/office/powerpoint/2010/main" val="1462894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Google Shape;4982;p71">
            <a:extLst>
              <a:ext uri="{FF2B5EF4-FFF2-40B4-BE49-F238E27FC236}">
                <a16:creationId xmlns:a16="http://schemas.microsoft.com/office/drawing/2014/main" id="{1D5217F9-8D0B-4577-A440-A8E211599A03}"/>
              </a:ext>
            </a:extLst>
          </p:cNvPr>
          <p:cNvSpPr/>
          <p:nvPr/>
        </p:nvSpPr>
        <p:spPr>
          <a:xfrm flipH="1">
            <a:off x="-1949241" y="3785587"/>
            <a:ext cx="2831700" cy="2831700"/>
          </a:xfrm>
          <a:prstGeom prst="blockArc">
            <a:avLst>
              <a:gd name="adj1" fmla="val 5958233"/>
              <a:gd name="adj2" fmla="val 17191640"/>
              <a:gd name="adj3" fmla="val 8843"/>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18" name="Diagramme 14">
            <a:extLst>
              <a:ext uri="{FF2B5EF4-FFF2-40B4-BE49-F238E27FC236}">
                <a16:creationId xmlns:a16="http://schemas.microsoft.com/office/drawing/2014/main" id="{F1D81697-5BC9-4C1A-BD5F-38CDB2747E7A}"/>
              </a:ext>
            </a:extLst>
          </p:cNvPr>
          <p:cNvGraphicFramePr/>
          <p:nvPr>
            <p:extLst>
              <p:ext uri="{D42A27DB-BD31-4B8C-83A1-F6EECF244321}">
                <p14:modId xmlns:p14="http://schemas.microsoft.com/office/powerpoint/2010/main" val="3191808601"/>
              </p:ext>
            </p:extLst>
          </p:nvPr>
        </p:nvGraphicFramePr>
        <p:xfrm>
          <a:off x="882460" y="807244"/>
          <a:ext cx="7254272" cy="3657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9" name="Title 1">
            <a:extLst>
              <a:ext uri="{FF2B5EF4-FFF2-40B4-BE49-F238E27FC236}">
                <a16:creationId xmlns:a16="http://schemas.microsoft.com/office/drawing/2014/main" id="{09B3F162-56D2-402D-8317-50C15D8CBAE4}"/>
              </a:ext>
            </a:extLst>
          </p:cNvPr>
          <p:cNvSpPr>
            <a:spLocks noGrp="1"/>
          </p:cNvSpPr>
          <p:nvPr>
            <p:ph type="title"/>
          </p:nvPr>
        </p:nvSpPr>
        <p:spPr>
          <a:xfrm>
            <a:off x="3829050" y="254402"/>
            <a:ext cx="3514725" cy="501413"/>
          </a:xfrm>
        </p:spPr>
        <p:txBody>
          <a:bodyPr/>
          <a:lstStyle/>
          <a:p>
            <a:r>
              <a:rPr lang="fr-FR" sz="2400" dirty="0"/>
              <a:t>Type d’apprentissage Automatique</a:t>
            </a:r>
          </a:p>
        </p:txBody>
      </p:sp>
    </p:spTree>
    <p:extLst>
      <p:ext uri="{BB962C8B-B14F-4D97-AF65-F5344CB8AC3E}">
        <p14:creationId xmlns:p14="http://schemas.microsoft.com/office/powerpoint/2010/main" val="282473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8">
                                            <p:graphicEl>
                                              <a:dgm id="{DEA7A119-7834-476F-8AEB-4EC1A4345ED0}"/>
                                            </p:graphicEl>
                                          </p:spTgt>
                                        </p:tgtEl>
                                        <p:attrNameLst>
                                          <p:attrName>style.visibility</p:attrName>
                                        </p:attrNameLst>
                                      </p:cBhvr>
                                      <p:to>
                                        <p:strVal val="visible"/>
                                      </p:to>
                                    </p:set>
                                    <p:anim calcmode="lin" valueType="num">
                                      <p:cBhvr additive="base">
                                        <p:cTn id="7" dur="500"/>
                                        <p:tgtEl>
                                          <p:spTgt spid="118">
                                            <p:graphicEl>
                                              <a:dgm id="{DEA7A119-7834-476F-8AEB-4EC1A4345ED0}"/>
                                            </p:graphicEl>
                                          </p:spTgt>
                                        </p:tgtEl>
                                        <p:attrNameLst>
                                          <p:attrName>ppt_y</p:attrName>
                                        </p:attrNameLst>
                                      </p:cBhvr>
                                      <p:tavLst>
                                        <p:tav tm="0">
                                          <p:val>
                                            <p:strVal val="#ppt_y+#ppt_h*1.125000"/>
                                          </p:val>
                                        </p:tav>
                                        <p:tav tm="100000">
                                          <p:val>
                                            <p:strVal val="#ppt_y"/>
                                          </p:val>
                                        </p:tav>
                                      </p:tavLst>
                                    </p:anim>
                                    <p:animEffect transition="in" filter="wipe(up)">
                                      <p:cBhvr>
                                        <p:cTn id="8" dur="500"/>
                                        <p:tgtEl>
                                          <p:spTgt spid="118">
                                            <p:graphicEl>
                                              <a:dgm id="{DEA7A119-7834-476F-8AEB-4EC1A4345ED0}"/>
                                            </p:graphic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18">
                                            <p:graphicEl>
                                              <a:dgm id="{4FBD093F-D6A9-463B-A8E6-CB2DF8AFD2FC}"/>
                                            </p:graphicEl>
                                          </p:spTgt>
                                        </p:tgtEl>
                                        <p:attrNameLst>
                                          <p:attrName>style.visibility</p:attrName>
                                        </p:attrNameLst>
                                      </p:cBhvr>
                                      <p:to>
                                        <p:strVal val="visible"/>
                                      </p:to>
                                    </p:set>
                                    <p:anim calcmode="lin" valueType="num">
                                      <p:cBhvr additive="base">
                                        <p:cTn id="11" dur="500"/>
                                        <p:tgtEl>
                                          <p:spTgt spid="118">
                                            <p:graphicEl>
                                              <a:dgm id="{4FBD093F-D6A9-463B-A8E6-CB2DF8AFD2FC}"/>
                                            </p:graphicEl>
                                          </p:spTgt>
                                        </p:tgtEl>
                                        <p:attrNameLst>
                                          <p:attrName>ppt_y</p:attrName>
                                        </p:attrNameLst>
                                      </p:cBhvr>
                                      <p:tavLst>
                                        <p:tav tm="0">
                                          <p:val>
                                            <p:strVal val="#ppt_y+#ppt_h*1.125000"/>
                                          </p:val>
                                        </p:tav>
                                        <p:tav tm="100000">
                                          <p:val>
                                            <p:strVal val="#ppt_y"/>
                                          </p:val>
                                        </p:tav>
                                      </p:tavLst>
                                    </p:anim>
                                    <p:animEffect transition="in" filter="wipe(up)">
                                      <p:cBhvr>
                                        <p:cTn id="12" dur="500"/>
                                        <p:tgtEl>
                                          <p:spTgt spid="118">
                                            <p:graphicEl>
                                              <a:dgm id="{4FBD093F-D6A9-463B-A8E6-CB2DF8AFD2F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8">
                                            <p:graphicEl>
                                              <a:dgm id="{05B65699-49F0-4C5D-8F99-8513B1DE4E19}"/>
                                            </p:graphicEl>
                                          </p:spTgt>
                                        </p:tgtEl>
                                        <p:attrNameLst>
                                          <p:attrName>style.visibility</p:attrName>
                                        </p:attrNameLst>
                                      </p:cBhvr>
                                      <p:to>
                                        <p:strVal val="visible"/>
                                      </p:to>
                                    </p:set>
                                    <p:anim calcmode="lin" valueType="num">
                                      <p:cBhvr additive="base">
                                        <p:cTn id="17" dur="500"/>
                                        <p:tgtEl>
                                          <p:spTgt spid="118">
                                            <p:graphicEl>
                                              <a:dgm id="{05B65699-49F0-4C5D-8F99-8513B1DE4E19}"/>
                                            </p:graphicEl>
                                          </p:spTgt>
                                        </p:tgtEl>
                                        <p:attrNameLst>
                                          <p:attrName>ppt_y</p:attrName>
                                        </p:attrNameLst>
                                      </p:cBhvr>
                                      <p:tavLst>
                                        <p:tav tm="0">
                                          <p:val>
                                            <p:strVal val="#ppt_y+#ppt_h*1.125000"/>
                                          </p:val>
                                        </p:tav>
                                        <p:tav tm="100000">
                                          <p:val>
                                            <p:strVal val="#ppt_y"/>
                                          </p:val>
                                        </p:tav>
                                      </p:tavLst>
                                    </p:anim>
                                    <p:animEffect transition="in" filter="wipe(up)">
                                      <p:cBhvr>
                                        <p:cTn id="18" dur="500"/>
                                        <p:tgtEl>
                                          <p:spTgt spid="118">
                                            <p:graphicEl>
                                              <a:dgm id="{05B65699-49F0-4C5D-8F99-8513B1DE4E19}"/>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18">
                                            <p:graphicEl>
                                              <a:dgm id="{BA5A8577-48BC-436A-A268-2F1929F903A9}"/>
                                            </p:graphicEl>
                                          </p:spTgt>
                                        </p:tgtEl>
                                        <p:attrNameLst>
                                          <p:attrName>style.visibility</p:attrName>
                                        </p:attrNameLst>
                                      </p:cBhvr>
                                      <p:to>
                                        <p:strVal val="visible"/>
                                      </p:to>
                                    </p:set>
                                    <p:anim calcmode="lin" valueType="num">
                                      <p:cBhvr additive="base">
                                        <p:cTn id="23" dur="500"/>
                                        <p:tgtEl>
                                          <p:spTgt spid="118">
                                            <p:graphicEl>
                                              <a:dgm id="{BA5A8577-48BC-436A-A268-2F1929F903A9}"/>
                                            </p:graphicEl>
                                          </p:spTgt>
                                        </p:tgtEl>
                                        <p:attrNameLst>
                                          <p:attrName>ppt_y</p:attrName>
                                        </p:attrNameLst>
                                      </p:cBhvr>
                                      <p:tavLst>
                                        <p:tav tm="0">
                                          <p:val>
                                            <p:strVal val="#ppt_y+#ppt_h*1.125000"/>
                                          </p:val>
                                        </p:tav>
                                        <p:tav tm="100000">
                                          <p:val>
                                            <p:strVal val="#ppt_y"/>
                                          </p:val>
                                        </p:tav>
                                      </p:tavLst>
                                    </p:anim>
                                    <p:animEffect transition="in" filter="wipe(up)">
                                      <p:cBhvr>
                                        <p:cTn id="24" dur="500"/>
                                        <p:tgtEl>
                                          <p:spTgt spid="118">
                                            <p:graphicEl>
                                              <a:dgm id="{BA5A8577-48BC-436A-A268-2F1929F903A9}"/>
                                            </p:graphic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18">
                                            <p:graphicEl>
                                              <a:dgm id="{D845F0DD-A508-4AB5-ADDB-B52AE4EC97F5}"/>
                                            </p:graphicEl>
                                          </p:spTgt>
                                        </p:tgtEl>
                                        <p:attrNameLst>
                                          <p:attrName>style.visibility</p:attrName>
                                        </p:attrNameLst>
                                      </p:cBhvr>
                                      <p:to>
                                        <p:strVal val="visible"/>
                                      </p:to>
                                    </p:set>
                                    <p:anim calcmode="lin" valueType="num">
                                      <p:cBhvr additive="base">
                                        <p:cTn id="27" dur="500"/>
                                        <p:tgtEl>
                                          <p:spTgt spid="118">
                                            <p:graphicEl>
                                              <a:dgm id="{D845F0DD-A508-4AB5-ADDB-B52AE4EC97F5}"/>
                                            </p:graphicEl>
                                          </p:spTgt>
                                        </p:tgtEl>
                                        <p:attrNameLst>
                                          <p:attrName>ppt_y</p:attrName>
                                        </p:attrNameLst>
                                      </p:cBhvr>
                                      <p:tavLst>
                                        <p:tav tm="0">
                                          <p:val>
                                            <p:strVal val="#ppt_y+#ppt_h*1.125000"/>
                                          </p:val>
                                        </p:tav>
                                        <p:tav tm="100000">
                                          <p:val>
                                            <p:strVal val="#ppt_y"/>
                                          </p:val>
                                        </p:tav>
                                      </p:tavLst>
                                    </p:anim>
                                    <p:animEffect transition="in" filter="wipe(up)">
                                      <p:cBhvr>
                                        <p:cTn id="28" dur="500"/>
                                        <p:tgtEl>
                                          <p:spTgt spid="118">
                                            <p:graphicEl>
                                              <a:dgm id="{D845F0DD-A508-4AB5-ADDB-B52AE4EC97F5}"/>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118">
                                            <p:graphicEl>
                                              <a:dgm id="{045A39B2-4896-4E15-A9B4-1117C5F510F6}"/>
                                            </p:graphicEl>
                                          </p:spTgt>
                                        </p:tgtEl>
                                        <p:attrNameLst>
                                          <p:attrName>style.visibility</p:attrName>
                                        </p:attrNameLst>
                                      </p:cBhvr>
                                      <p:to>
                                        <p:strVal val="visible"/>
                                      </p:to>
                                    </p:set>
                                    <p:anim calcmode="lin" valueType="num">
                                      <p:cBhvr additive="base">
                                        <p:cTn id="33" dur="500"/>
                                        <p:tgtEl>
                                          <p:spTgt spid="118">
                                            <p:graphicEl>
                                              <a:dgm id="{045A39B2-4896-4E15-A9B4-1117C5F510F6}"/>
                                            </p:graphicEl>
                                          </p:spTgt>
                                        </p:tgtEl>
                                        <p:attrNameLst>
                                          <p:attrName>ppt_y</p:attrName>
                                        </p:attrNameLst>
                                      </p:cBhvr>
                                      <p:tavLst>
                                        <p:tav tm="0">
                                          <p:val>
                                            <p:strVal val="#ppt_y+#ppt_h*1.125000"/>
                                          </p:val>
                                        </p:tav>
                                        <p:tav tm="100000">
                                          <p:val>
                                            <p:strVal val="#ppt_y"/>
                                          </p:val>
                                        </p:tav>
                                      </p:tavLst>
                                    </p:anim>
                                    <p:animEffect transition="in" filter="wipe(up)">
                                      <p:cBhvr>
                                        <p:cTn id="34" dur="500"/>
                                        <p:tgtEl>
                                          <p:spTgt spid="118">
                                            <p:graphicEl>
                                              <a:dgm id="{045A39B2-4896-4E15-A9B4-1117C5F510F6}"/>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18">
                                            <p:graphicEl>
                                              <a:dgm id="{1FC52FA8-9A1A-4277-81AB-632BCD152F24}"/>
                                            </p:graphicEl>
                                          </p:spTgt>
                                        </p:tgtEl>
                                        <p:attrNameLst>
                                          <p:attrName>style.visibility</p:attrName>
                                        </p:attrNameLst>
                                      </p:cBhvr>
                                      <p:to>
                                        <p:strVal val="visible"/>
                                      </p:to>
                                    </p:set>
                                    <p:anim calcmode="lin" valueType="num">
                                      <p:cBhvr additive="base">
                                        <p:cTn id="39" dur="500"/>
                                        <p:tgtEl>
                                          <p:spTgt spid="118">
                                            <p:graphicEl>
                                              <a:dgm id="{1FC52FA8-9A1A-4277-81AB-632BCD152F24}"/>
                                            </p:graphicEl>
                                          </p:spTgt>
                                        </p:tgtEl>
                                        <p:attrNameLst>
                                          <p:attrName>ppt_y</p:attrName>
                                        </p:attrNameLst>
                                      </p:cBhvr>
                                      <p:tavLst>
                                        <p:tav tm="0">
                                          <p:val>
                                            <p:strVal val="#ppt_y+#ppt_h*1.125000"/>
                                          </p:val>
                                        </p:tav>
                                        <p:tav tm="100000">
                                          <p:val>
                                            <p:strVal val="#ppt_y"/>
                                          </p:val>
                                        </p:tav>
                                      </p:tavLst>
                                    </p:anim>
                                    <p:animEffect transition="in" filter="wipe(up)">
                                      <p:cBhvr>
                                        <p:cTn id="40" dur="500"/>
                                        <p:tgtEl>
                                          <p:spTgt spid="118">
                                            <p:graphicEl>
                                              <a:dgm id="{1FC52FA8-9A1A-4277-81AB-632BCD152F24}"/>
                                            </p:graphic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118">
                                            <p:graphicEl>
                                              <a:dgm id="{8B25DF38-4C0A-45A9-894C-8FC940818A26}"/>
                                            </p:graphicEl>
                                          </p:spTgt>
                                        </p:tgtEl>
                                        <p:attrNameLst>
                                          <p:attrName>style.visibility</p:attrName>
                                        </p:attrNameLst>
                                      </p:cBhvr>
                                      <p:to>
                                        <p:strVal val="visible"/>
                                      </p:to>
                                    </p:set>
                                    <p:anim calcmode="lin" valueType="num">
                                      <p:cBhvr additive="base">
                                        <p:cTn id="43" dur="500"/>
                                        <p:tgtEl>
                                          <p:spTgt spid="118">
                                            <p:graphicEl>
                                              <a:dgm id="{8B25DF38-4C0A-45A9-894C-8FC940818A26}"/>
                                            </p:graphicEl>
                                          </p:spTgt>
                                        </p:tgtEl>
                                        <p:attrNameLst>
                                          <p:attrName>ppt_y</p:attrName>
                                        </p:attrNameLst>
                                      </p:cBhvr>
                                      <p:tavLst>
                                        <p:tav tm="0">
                                          <p:val>
                                            <p:strVal val="#ppt_y+#ppt_h*1.125000"/>
                                          </p:val>
                                        </p:tav>
                                        <p:tav tm="100000">
                                          <p:val>
                                            <p:strVal val="#ppt_y"/>
                                          </p:val>
                                        </p:tav>
                                      </p:tavLst>
                                    </p:anim>
                                    <p:animEffect transition="in" filter="wipe(up)">
                                      <p:cBhvr>
                                        <p:cTn id="44" dur="500"/>
                                        <p:tgtEl>
                                          <p:spTgt spid="118">
                                            <p:graphicEl>
                                              <a:dgm id="{8B25DF38-4C0A-45A9-894C-8FC940818A26}"/>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118">
                                            <p:graphicEl>
                                              <a:dgm id="{185F4EEF-7741-408E-B07F-3387C90E4D79}"/>
                                            </p:graphicEl>
                                          </p:spTgt>
                                        </p:tgtEl>
                                        <p:attrNameLst>
                                          <p:attrName>style.visibility</p:attrName>
                                        </p:attrNameLst>
                                      </p:cBhvr>
                                      <p:to>
                                        <p:strVal val="visible"/>
                                      </p:to>
                                    </p:set>
                                    <p:anim calcmode="lin" valueType="num">
                                      <p:cBhvr additive="base">
                                        <p:cTn id="49" dur="500"/>
                                        <p:tgtEl>
                                          <p:spTgt spid="118">
                                            <p:graphicEl>
                                              <a:dgm id="{185F4EEF-7741-408E-B07F-3387C90E4D79}"/>
                                            </p:graphicEl>
                                          </p:spTgt>
                                        </p:tgtEl>
                                        <p:attrNameLst>
                                          <p:attrName>ppt_y</p:attrName>
                                        </p:attrNameLst>
                                      </p:cBhvr>
                                      <p:tavLst>
                                        <p:tav tm="0">
                                          <p:val>
                                            <p:strVal val="#ppt_y+#ppt_h*1.125000"/>
                                          </p:val>
                                        </p:tav>
                                        <p:tav tm="100000">
                                          <p:val>
                                            <p:strVal val="#ppt_y"/>
                                          </p:val>
                                        </p:tav>
                                      </p:tavLst>
                                    </p:anim>
                                    <p:animEffect transition="in" filter="wipe(up)">
                                      <p:cBhvr>
                                        <p:cTn id="50" dur="500"/>
                                        <p:tgtEl>
                                          <p:spTgt spid="118">
                                            <p:graphicEl>
                                              <a:dgm id="{185F4EEF-7741-408E-B07F-3387C90E4D7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8"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79BA-5E18-4E88-88CA-633A8ADCE00B}"/>
              </a:ext>
            </a:extLst>
          </p:cNvPr>
          <p:cNvSpPr>
            <a:spLocks noGrp="1"/>
          </p:cNvSpPr>
          <p:nvPr>
            <p:ph type="title"/>
          </p:nvPr>
        </p:nvSpPr>
        <p:spPr>
          <a:xfrm>
            <a:off x="115966" y="127934"/>
            <a:ext cx="8199016" cy="522147"/>
          </a:xfrm>
        </p:spPr>
        <p:txBody>
          <a:bodyPr/>
          <a:lstStyle/>
          <a:p>
            <a:r>
              <a:rPr lang="fr-FR" sz="2400" dirty="0">
                <a:solidFill>
                  <a:schemeClr val="tx1"/>
                </a:solidFill>
                <a:effectLst/>
                <a:latin typeface="Advent Pro" panose="020B0604020202020204" charset="0"/>
                <a:ea typeface="Times New Roman" panose="02020603050405020304" pitchFamily="18" charset="0"/>
                <a:cs typeface="Times New Roman" panose="02020603050405020304" pitchFamily="18" charset="0"/>
              </a:rPr>
              <a:t>Résultats des Modèles d'Apprentissage Automatique</a:t>
            </a:r>
            <a:br>
              <a:rPr lang="fr-FR" sz="1800" dirty="0">
                <a:solidFill>
                  <a:schemeClr val="tx1"/>
                </a:solidFill>
                <a:latin typeface="Advent Pro" panose="020B0604020202020204" charset="0"/>
              </a:rPr>
            </a:br>
            <a:endParaRPr lang="fr-FR" sz="2400" dirty="0"/>
          </a:p>
        </p:txBody>
      </p:sp>
      <p:sp>
        <p:nvSpPr>
          <p:cNvPr id="3" name="ZoneTexte 53">
            <a:extLst>
              <a:ext uri="{FF2B5EF4-FFF2-40B4-BE49-F238E27FC236}">
                <a16:creationId xmlns:a16="http://schemas.microsoft.com/office/drawing/2014/main" id="{D37E96C7-08AA-460B-AAEF-5B0D9A1BE41C}"/>
              </a:ext>
            </a:extLst>
          </p:cNvPr>
          <p:cNvSpPr txBox="1"/>
          <p:nvPr/>
        </p:nvSpPr>
        <p:spPr>
          <a:xfrm>
            <a:off x="371128" y="875449"/>
            <a:ext cx="2150618" cy="338554"/>
          </a:xfrm>
          <a:prstGeom prst="rect">
            <a:avLst/>
          </a:prstGeom>
          <a:noFill/>
        </p:spPr>
        <p:txBody>
          <a:bodyPr wrap="square">
            <a:spAutoFit/>
          </a:bodyPr>
          <a:lstStyle/>
          <a:p>
            <a:pPr algn="ctr"/>
            <a:r>
              <a:rPr lang="fr-FR" sz="1600" b="1" dirty="0" err="1">
                <a:solidFill>
                  <a:schemeClr val="tx1"/>
                </a:solidFill>
                <a:effectLst/>
                <a:latin typeface="Arial Narrow" panose="020B0606020202030204" pitchFamily="34" charset="0"/>
                <a:ea typeface="Times New Roman" panose="02020603050405020304" pitchFamily="18" charset="0"/>
                <a:cs typeface="Times New Roman" panose="02020603050405020304" pitchFamily="18" charset="0"/>
              </a:rPr>
              <a:t>Random</a:t>
            </a:r>
            <a:r>
              <a:rPr lang="fr-FR" sz="1600" b="1" dirty="0">
                <a:solidFill>
                  <a:schemeClr val="tx1"/>
                </a:solidFill>
                <a:effectLst/>
                <a:latin typeface="Arial Narrow" panose="020B0606020202030204" pitchFamily="34" charset="0"/>
                <a:ea typeface="Times New Roman" panose="02020603050405020304" pitchFamily="18" charset="0"/>
                <a:cs typeface="Times New Roman" panose="02020603050405020304" pitchFamily="18" charset="0"/>
              </a:rPr>
              <a:t> Forest</a:t>
            </a:r>
            <a:endParaRPr lang="en" sz="1200" dirty="0">
              <a:solidFill>
                <a:schemeClr val="tx1"/>
              </a:solidFill>
            </a:endParaRPr>
          </a:p>
        </p:txBody>
      </p:sp>
      <p:sp>
        <p:nvSpPr>
          <p:cNvPr id="5" name="TextBox 4">
            <a:extLst>
              <a:ext uri="{FF2B5EF4-FFF2-40B4-BE49-F238E27FC236}">
                <a16:creationId xmlns:a16="http://schemas.microsoft.com/office/drawing/2014/main" id="{23AD2D83-6A33-4C35-8573-6BBD6E9E41FF}"/>
              </a:ext>
            </a:extLst>
          </p:cNvPr>
          <p:cNvSpPr txBox="1"/>
          <p:nvPr/>
        </p:nvSpPr>
        <p:spPr>
          <a:xfrm>
            <a:off x="2845983" y="814311"/>
            <a:ext cx="2805881" cy="584775"/>
          </a:xfrm>
          <a:prstGeom prst="rect">
            <a:avLst/>
          </a:prstGeom>
          <a:noFill/>
        </p:spPr>
        <p:txBody>
          <a:bodyPr wrap="square">
            <a:spAutoFit/>
          </a:bodyPr>
          <a:lstStyle/>
          <a:p>
            <a:r>
              <a:rPr lang="fr-FR" sz="1800" b="1" dirty="0">
                <a:solidFill>
                  <a:srgbClr val="0070C0"/>
                </a:solidFill>
                <a:effectLst/>
                <a:latin typeface="Arial Narrow" panose="020B0606020202030204" pitchFamily="34" charset="0"/>
                <a:ea typeface="Times New Roman" panose="02020603050405020304" pitchFamily="18" charset="0"/>
                <a:cs typeface="Times New Roman" panose="02020603050405020304" pitchFamily="18" charset="0"/>
              </a:rPr>
              <a:t> </a:t>
            </a:r>
            <a:r>
              <a:rPr lang="fr-FR" sz="1600" b="1" dirty="0">
                <a:solidFill>
                  <a:schemeClr val="tx1"/>
                </a:solidFill>
                <a:effectLst/>
                <a:latin typeface="Arial Narrow" panose="020B0606020202030204" pitchFamily="34" charset="0"/>
                <a:ea typeface="Times New Roman" panose="02020603050405020304" pitchFamily="18" charset="0"/>
                <a:cs typeface="Times New Roman" panose="02020603050405020304" pitchFamily="18" charset="0"/>
              </a:rPr>
              <a:t>Support </a:t>
            </a:r>
            <a:r>
              <a:rPr lang="fr-FR" sz="1600" b="1" dirty="0" err="1">
                <a:solidFill>
                  <a:schemeClr val="tx1"/>
                </a:solidFill>
                <a:effectLst/>
                <a:latin typeface="Arial Narrow" panose="020B0606020202030204" pitchFamily="34" charset="0"/>
                <a:ea typeface="Times New Roman" panose="02020603050405020304" pitchFamily="18" charset="0"/>
                <a:cs typeface="Times New Roman" panose="02020603050405020304" pitchFamily="18" charset="0"/>
              </a:rPr>
              <a:t>Vector</a:t>
            </a:r>
            <a:r>
              <a:rPr lang="fr-FR" sz="1600" b="1" dirty="0">
                <a:solidFill>
                  <a:schemeClr val="tx1"/>
                </a:solidFill>
                <a:effectLst/>
                <a:latin typeface="Arial Narrow" panose="020B0606020202030204" pitchFamily="34" charset="0"/>
                <a:ea typeface="Times New Roman" panose="02020603050405020304" pitchFamily="18" charset="0"/>
                <a:cs typeface="Times New Roman" panose="02020603050405020304" pitchFamily="18" charset="0"/>
              </a:rPr>
              <a:t> Machines (SVM)</a:t>
            </a:r>
            <a:endParaRPr lang="fr-FR" sz="1600" b="1"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fr-FR" dirty="0"/>
          </a:p>
        </p:txBody>
      </p:sp>
      <p:sp>
        <p:nvSpPr>
          <p:cNvPr id="7" name="TextBox 6">
            <a:extLst>
              <a:ext uri="{FF2B5EF4-FFF2-40B4-BE49-F238E27FC236}">
                <a16:creationId xmlns:a16="http://schemas.microsoft.com/office/drawing/2014/main" id="{E17B28AF-F593-492E-8890-5572267C9DFB}"/>
              </a:ext>
            </a:extLst>
          </p:cNvPr>
          <p:cNvSpPr txBox="1"/>
          <p:nvPr/>
        </p:nvSpPr>
        <p:spPr>
          <a:xfrm>
            <a:off x="5752449" y="871720"/>
            <a:ext cx="2562533" cy="342210"/>
          </a:xfrm>
          <a:prstGeom prst="rect">
            <a:avLst/>
          </a:prstGeom>
          <a:noFill/>
        </p:spPr>
        <p:txBody>
          <a:bodyPr wrap="square">
            <a:spAutoFit/>
          </a:bodyPr>
          <a:lstStyle/>
          <a:p>
            <a:pPr>
              <a:lnSpc>
                <a:spcPct val="107000"/>
              </a:lnSpc>
              <a:spcAft>
                <a:spcPts val="800"/>
              </a:spcAft>
            </a:pPr>
            <a:r>
              <a:rPr lang="fr-FR" sz="1600" b="1" dirty="0" err="1">
                <a:solidFill>
                  <a:schemeClr val="tx1"/>
                </a:solidFill>
                <a:effectLst/>
                <a:latin typeface="Arial Narrow" panose="020B0606020202030204" pitchFamily="34" charset="0"/>
                <a:ea typeface="Calibri" panose="020F0502020204030204" pitchFamily="34" charset="0"/>
                <a:cs typeface="Times New Roman" panose="02020603050405020304" pitchFamily="18" charset="0"/>
              </a:rPr>
              <a:t>Deep</a:t>
            </a:r>
            <a:r>
              <a:rPr lang="fr-FR" sz="1600" b="1" dirty="0">
                <a:solidFill>
                  <a:schemeClr val="tx1"/>
                </a:solidFill>
                <a:effectLst/>
                <a:latin typeface="Arial Narrow" panose="020B0606020202030204" pitchFamily="34" charset="0"/>
                <a:ea typeface="Calibri" panose="020F0502020204030204" pitchFamily="34" charset="0"/>
                <a:cs typeface="Times New Roman" panose="02020603050405020304" pitchFamily="18" charset="0"/>
              </a:rPr>
              <a:t> Learning</a:t>
            </a:r>
            <a:endParaRPr lang="fr-FR"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70887E2B-A4CF-4362-BF42-35665C6D02DC}"/>
              </a:ext>
            </a:extLst>
          </p:cNvPr>
          <p:cNvPicPr/>
          <p:nvPr/>
        </p:nvPicPr>
        <p:blipFill>
          <a:blip r:embed="rId2">
            <a:extLst>
              <a:ext uri="{28A0092B-C50C-407E-A947-70E740481C1C}">
                <a14:useLocalDpi xmlns:a14="http://schemas.microsoft.com/office/drawing/2010/main" val="0"/>
              </a:ext>
            </a:extLst>
          </a:blip>
          <a:stretch>
            <a:fillRect/>
          </a:stretch>
        </p:blipFill>
        <p:spPr>
          <a:xfrm>
            <a:off x="5694664" y="1226554"/>
            <a:ext cx="2678102" cy="1297638"/>
          </a:xfrm>
          <a:prstGeom prst="rect">
            <a:avLst/>
          </a:prstGeom>
        </p:spPr>
      </p:pic>
      <p:pic>
        <p:nvPicPr>
          <p:cNvPr id="9" name="Picture 8">
            <a:extLst>
              <a:ext uri="{FF2B5EF4-FFF2-40B4-BE49-F238E27FC236}">
                <a16:creationId xmlns:a16="http://schemas.microsoft.com/office/drawing/2014/main" id="{00753337-C976-443D-878F-FFD4C93B2DFE}"/>
              </a:ext>
            </a:extLst>
          </p:cNvPr>
          <p:cNvPicPr/>
          <p:nvPr/>
        </p:nvPicPr>
        <p:blipFill>
          <a:blip r:embed="rId3">
            <a:extLst>
              <a:ext uri="{28A0092B-C50C-407E-A947-70E740481C1C}">
                <a14:useLocalDpi xmlns:a14="http://schemas.microsoft.com/office/drawing/2010/main" val="0"/>
              </a:ext>
            </a:extLst>
          </a:blip>
          <a:stretch>
            <a:fillRect/>
          </a:stretch>
        </p:blipFill>
        <p:spPr>
          <a:xfrm>
            <a:off x="2967656" y="1214776"/>
            <a:ext cx="2562533" cy="1297638"/>
          </a:xfrm>
          <a:prstGeom prst="rect">
            <a:avLst/>
          </a:prstGeom>
        </p:spPr>
      </p:pic>
      <p:pic>
        <p:nvPicPr>
          <p:cNvPr id="10" name="Picture 9">
            <a:extLst>
              <a:ext uri="{FF2B5EF4-FFF2-40B4-BE49-F238E27FC236}">
                <a16:creationId xmlns:a16="http://schemas.microsoft.com/office/drawing/2014/main" id="{206CA04B-FBBA-4244-B320-9AC41508FB52}"/>
              </a:ext>
            </a:extLst>
          </p:cNvPr>
          <p:cNvPicPr/>
          <p:nvPr/>
        </p:nvPicPr>
        <p:blipFill>
          <a:blip r:embed="rId4">
            <a:extLst>
              <a:ext uri="{28A0092B-C50C-407E-A947-70E740481C1C}">
                <a14:useLocalDpi xmlns:a14="http://schemas.microsoft.com/office/drawing/2010/main" val="0"/>
              </a:ext>
            </a:extLst>
          </a:blip>
          <a:stretch>
            <a:fillRect/>
          </a:stretch>
        </p:blipFill>
        <p:spPr>
          <a:xfrm>
            <a:off x="389850" y="1226554"/>
            <a:ext cx="2438439" cy="1297638"/>
          </a:xfrm>
          <a:prstGeom prst="rect">
            <a:avLst/>
          </a:prstGeom>
        </p:spPr>
      </p:pic>
      <p:sp>
        <p:nvSpPr>
          <p:cNvPr id="11" name="ZoneTexte 53">
            <a:extLst>
              <a:ext uri="{FF2B5EF4-FFF2-40B4-BE49-F238E27FC236}">
                <a16:creationId xmlns:a16="http://schemas.microsoft.com/office/drawing/2014/main" id="{E7184D6F-0847-4270-955A-7F0ED91CC6A0}"/>
              </a:ext>
            </a:extLst>
          </p:cNvPr>
          <p:cNvSpPr txBox="1"/>
          <p:nvPr/>
        </p:nvSpPr>
        <p:spPr>
          <a:xfrm>
            <a:off x="507498" y="2475434"/>
            <a:ext cx="2150618" cy="338554"/>
          </a:xfrm>
          <a:prstGeom prst="rect">
            <a:avLst/>
          </a:prstGeom>
          <a:noFill/>
        </p:spPr>
        <p:txBody>
          <a:bodyPr wrap="square">
            <a:spAutoFit/>
          </a:bodyPr>
          <a:lstStyle/>
          <a:p>
            <a:pPr algn="ctr"/>
            <a:r>
              <a:rPr lang="fr-FR" sz="1600" b="1" dirty="0" err="1">
                <a:solidFill>
                  <a:schemeClr val="tx1"/>
                </a:solidFill>
                <a:latin typeface="Arial Narrow" panose="020B0606020202030204" pitchFamily="34" charset="0"/>
                <a:cs typeface="Times New Roman" panose="02020603050405020304" pitchFamily="18" charset="0"/>
              </a:rPr>
              <a:t>Accuracy</a:t>
            </a:r>
            <a:r>
              <a:rPr lang="fr-FR" sz="1600" b="1" dirty="0">
                <a:solidFill>
                  <a:schemeClr val="tx1"/>
                </a:solidFill>
                <a:latin typeface="Arial Narrow" panose="020B0606020202030204" pitchFamily="34" charset="0"/>
                <a:cs typeface="Times New Roman" panose="02020603050405020304" pitchFamily="18" charset="0"/>
              </a:rPr>
              <a:t> 1,00</a:t>
            </a:r>
            <a:endParaRPr lang="en" sz="1200" dirty="0">
              <a:solidFill>
                <a:schemeClr val="tx1"/>
              </a:solidFill>
            </a:endParaRPr>
          </a:p>
        </p:txBody>
      </p:sp>
      <p:sp>
        <p:nvSpPr>
          <p:cNvPr id="12" name="ZoneTexte 53">
            <a:extLst>
              <a:ext uri="{FF2B5EF4-FFF2-40B4-BE49-F238E27FC236}">
                <a16:creationId xmlns:a16="http://schemas.microsoft.com/office/drawing/2014/main" id="{43BFEAAF-E13F-4B80-ADAA-A49AA8847CF4}"/>
              </a:ext>
            </a:extLst>
          </p:cNvPr>
          <p:cNvSpPr txBox="1"/>
          <p:nvPr/>
        </p:nvSpPr>
        <p:spPr>
          <a:xfrm>
            <a:off x="3101081" y="2475434"/>
            <a:ext cx="2150618" cy="338554"/>
          </a:xfrm>
          <a:prstGeom prst="rect">
            <a:avLst/>
          </a:prstGeom>
          <a:noFill/>
        </p:spPr>
        <p:txBody>
          <a:bodyPr wrap="square">
            <a:spAutoFit/>
          </a:bodyPr>
          <a:lstStyle/>
          <a:p>
            <a:pPr algn="ctr"/>
            <a:r>
              <a:rPr lang="fr-FR" sz="1600" b="1" dirty="0" err="1">
                <a:solidFill>
                  <a:schemeClr val="tx1"/>
                </a:solidFill>
                <a:latin typeface="Arial Narrow" panose="020B0606020202030204" pitchFamily="34" charset="0"/>
                <a:cs typeface="Times New Roman" panose="02020603050405020304" pitchFamily="18" charset="0"/>
              </a:rPr>
              <a:t>Accuracy</a:t>
            </a:r>
            <a:r>
              <a:rPr lang="fr-FR" sz="1600" b="1" dirty="0">
                <a:solidFill>
                  <a:schemeClr val="tx1"/>
                </a:solidFill>
                <a:latin typeface="Arial Narrow" panose="020B0606020202030204" pitchFamily="34" charset="0"/>
                <a:cs typeface="Times New Roman" panose="02020603050405020304" pitchFamily="18" charset="0"/>
              </a:rPr>
              <a:t> 0,91</a:t>
            </a:r>
            <a:endParaRPr lang="en" sz="1200" dirty="0">
              <a:solidFill>
                <a:schemeClr val="tx1"/>
              </a:solidFill>
            </a:endParaRPr>
          </a:p>
        </p:txBody>
      </p:sp>
      <p:sp>
        <p:nvSpPr>
          <p:cNvPr id="13" name="ZoneTexte 53">
            <a:extLst>
              <a:ext uri="{FF2B5EF4-FFF2-40B4-BE49-F238E27FC236}">
                <a16:creationId xmlns:a16="http://schemas.microsoft.com/office/drawing/2014/main" id="{13A9512B-EF5A-4CE2-9321-9908414A3B05}"/>
              </a:ext>
            </a:extLst>
          </p:cNvPr>
          <p:cNvSpPr txBox="1"/>
          <p:nvPr/>
        </p:nvSpPr>
        <p:spPr>
          <a:xfrm>
            <a:off x="5752449" y="2475434"/>
            <a:ext cx="2150618" cy="338554"/>
          </a:xfrm>
          <a:prstGeom prst="rect">
            <a:avLst/>
          </a:prstGeom>
          <a:noFill/>
        </p:spPr>
        <p:txBody>
          <a:bodyPr wrap="square">
            <a:spAutoFit/>
          </a:bodyPr>
          <a:lstStyle/>
          <a:p>
            <a:pPr algn="ctr"/>
            <a:r>
              <a:rPr lang="fr-FR" sz="1600" b="1" dirty="0" err="1">
                <a:solidFill>
                  <a:schemeClr val="tx1"/>
                </a:solidFill>
                <a:latin typeface="Arial Narrow" panose="020B0606020202030204" pitchFamily="34" charset="0"/>
                <a:cs typeface="Times New Roman" panose="02020603050405020304" pitchFamily="18" charset="0"/>
              </a:rPr>
              <a:t>Accuracy</a:t>
            </a:r>
            <a:r>
              <a:rPr lang="fr-FR" sz="1600" b="1" dirty="0">
                <a:solidFill>
                  <a:schemeClr val="tx1"/>
                </a:solidFill>
                <a:latin typeface="Arial Narrow" panose="020B0606020202030204" pitchFamily="34" charset="0"/>
                <a:cs typeface="Times New Roman" panose="02020603050405020304" pitchFamily="18" charset="0"/>
              </a:rPr>
              <a:t> 1,00</a:t>
            </a:r>
            <a:endParaRPr lang="en" sz="1200" dirty="0">
              <a:solidFill>
                <a:schemeClr val="tx1"/>
              </a:solidFill>
            </a:endParaRPr>
          </a:p>
        </p:txBody>
      </p:sp>
      <p:pic>
        <p:nvPicPr>
          <p:cNvPr id="6" name="Picture 5">
            <a:extLst>
              <a:ext uri="{FF2B5EF4-FFF2-40B4-BE49-F238E27FC236}">
                <a16:creationId xmlns:a16="http://schemas.microsoft.com/office/drawing/2014/main" id="{57D5F71A-7A4C-4F88-9605-31FF651BC9FF}"/>
              </a:ext>
            </a:extLst>
          </p:cNvPr>
          <p:cNvPicPr>
            <a:picLocks noChangeAspect="1"/>
          </p:cNvPicPr>
          <p:nvPr/>
        </p:nvPicPr>
        <p:blipFill>
          <a:blip r:embed="rId5"/>
          <a:stretch>
            <a:fillRect/>
          </a:stretch>
        </p:blipFill>
        <p:spPr>
          <a:xfrm>
            <a:off x="1152686" y="3342953"/>
            <a:ext cx="3230214" cy="1029235"/>
          </a:xfrm>
          <a:prstGeom prst="rect">
            <a:avLst/>
          </a:prstGeom>
        </p:spPr>
      </p:pic>
      <p:sp>
        <p:nvSpPr>
          <p:cNvPr id="15" name="TextBox 14">
            <a:extLst>
              <a:ext uri="{FF2B5EF4-FFF2-40B4-BE49-F238E27FC236}">
                <a16:creationId xmlns:a16="http://schemas.microsoft.com/office/drawing/2014/main" id="{598B8128-D50D-449C-A0E8-3D4C13060F34}"/>
              </a:ext>
            </a:extLst>
          </p:cNvPr>
          <p:cNvSpPr txBox="1"/>
          <p:nvPr/>
        </p:nvSpPr>
        <p:spPr>
          <a:xfrm>
            <a:off x="1070439" y="3013544"/>
            <a:ext cx="2150618" cy="307777"/>
          </a:xfrm>
          <a:prstGeom prst="rect">
            <a:avLst/>
          </a:prstGeom>
          <a:noFill/>
        </p:spPr>
        <p:txBody>
          <a:bodyPr wrap="square">
            <a:spAutoFit/>
          </a:bodyPr>
          <a:lstStyle/>
          <a:p>
            <a:r>
              <a:rPr lang="fr-FR" b="1" dirty="0">
                <a:solidFill>
                  <a:schemeClr val="tx1"/>
                </a:solidFill>
              </a:rPr>
              <a:t>Régression Logistique</a:t>
            </a:r>
            <a:r>
              <a:rPr lang="fr-FR" dirty="0"/>
              <a:t>.</a:t>
            </a:r>
          </a:p>
        </p:txBody>
      </p:sp>
      <p:sp>
        <p:nvSpPr>
          <p:cNvPr id="16" name="ZoneTexte 53">
            <a:extLst>
              <a:ext uri="{FF2B5EF4-FFF2-40B4-BE49-F238E27FC236}">
                <a16:creationId xmlns:a16="http://schemas.microsoft.com/office/drawing/2014/main" id="{392C8015-5FB3-4114-8356-5C7E4FD79606}"/>
              </a:ext>
            </a:extLst>
          </p:cNvPr>
          <p:cNvSpPr txBox="1"/>
          <p:nvPr/>
        </p:nvSpPr>
        <p:spPr>
          <a:xfrm>
            <a:off x="1446437" y="4329189"/>
            <a:ext cx="2150618" cy="338554"/>
          </a:xfrm>
          <a:prstGeom prst="rect">
            <a:avLst/>
          </a:prstGeom>
          <a:noFill/>
        </p:spPr>
        <p:txBody>
          <a:bodyPr wrap="square">
            <a:spAutoFit/>
          </a:bodyPr>
          <a:lstStyle/>
          <a:p>
            <a:pPr algn="ctr"/>
            <a:r>
              <a:rPr lang="fr-FR" sz="1600" b="1" dirty="0" err="1">
                <a:solidFill>
                  <a:schemeClr val="tx1"/>
                </a:solidFill>
                <a:latin typeface="Arial Narrow" panose="020B0606020202030204" pitchFamily="34" charset="0"/>
                <a:cs typeface="Times New Roman" panose="02020603050405020304" pitchFamily="18" charset="0"/>
              </a:rPr>
              <a:t>Accuracy</a:t>
            </a:r>
            <a:r>
              <a:rPr lang="fr-FR" sz="1600" b="1" dirty="0">
                <a:solidFill>
                  <a:schemeClr val="tx1"/>
                </a:solidFill>
                <a:latin typeface="Arial Narrow" panose="020B0606020202030204" pitchFamily="34" charset="0"/>
                <a:cs typeface="Times New Roman" panose="02020603050405020304" pitchFamily="18" charset="0"/>
              </a:rPr>
              <a:t> 1,00</a:t>
            </a:r>
            <a:endParaRPr lang="en" sz="1200" dirty="0">
              <a:solidFill>
                <a:schemeClr val="tx1"/>
              </a:solidFill>
            </a:endParaRPr>
          </a:p>
        </p:txBody>
      </p:sp>
    </p:spTree>
    <p:extLst>
      <p:ext uri="{BB962C8B-B14F-4D97-AF65-F5344CB8AC3E}">
        <p14:creationId xmlns:p14="http://schemas.microsoft.com/office/powerpoint/2010/main" val="4190206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61"/>
        <p:cNvGrpSpPr/>
        <p:nvPr/>
      </p:nvGrpSpPr>
      <p:grpSpPr>
        <a:xfrm>
          <a:off x="0" y="0"/>
          <a:ext cx="0" cy="0"/>
          <a:chOff x="0" y="0"/>
          <a:chExt cx="0" cy="0"/>
        </a:xfrm>
      </p:grpSpPr>
      <p:grpSp>
        <p:nvGrpSpPr>
          <p:cNvPr id="4862" name="Google Shape;4862;p71"/>
          <p:cNvGrpSpPr/>
          <p:nvPr/>
        </p:nvGrpSpPr>
        <p:grpSpPr>
          <a:xfrm rot="5400000">
            <a:off x="7468804" y="3069866"/>
            <a:ext cx="2227588" cy="726522"/>
            <a:chOff x="3620725" y="372750"/>
            <a:chExt cx="1039375" cy="338989"/>
          </a:xfrm>
        </p:grpSpPr>
        <p:sp>
          <p:nvSpPr>
            <p:cNvPr id="4863" name="Google Shape;4863;p71"/>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71"/>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71"/>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71"/>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71"/>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71"/>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71"/>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71"/>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71"/>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71"/>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71"/>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71"/>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71"/>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71"/>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71"/>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71"/>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71"/>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71"/>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71"/>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71"/>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71"/>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71"/>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71"/>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71"/>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71"/>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71"/>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71"/>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71"/>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71"/>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71"/>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71"/>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71"/>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71"/>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71"/>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71"/>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71"/>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71"/>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0" name="Google Shape;4900;p71"/>
          <p:cNvGrpSpPr/>
          <p:nvPr/>
        </p:nvGrpSpPr>
        <p:grpSpPr>
          <a:xfrm rot="-5400000" flipH="1">
            <a:off x="-239083" y="2964028"/>
            <a:ext cx="2227589" cy="1527191"/>
            <a:chOff x="5519300" y="372750"/>
            <a:chExt cx="1039375" cy="712575"/>
          </a:xfrm>
        </p:grpSpPr>
        <p:sp>
          <p:nvSpPr>
            <p:cNvPr id="4901" name="Google Shape;4901;p71"/>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71"/>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71"/>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71"/>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71"/>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71"/>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71"/>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71"/>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71"/>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71"/>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71"/>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71"/>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71"/>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71"/>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71"/>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71"/>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71"/>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71"/>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71"/>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71"/>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71"/>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71"/>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71"/>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71"/>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71"/>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71"/>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71"/>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71"/>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71"/>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71"/>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71"/>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71"/>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71"/>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71"/>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71"/>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71"/>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71"/>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71"/>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71"/>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71"/>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71"/>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71"/>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71"/>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71"/>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71"/>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71"/>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71"/>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71"/>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71"/>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71"/>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71"/>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71"/>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71"/>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71"/>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71"/>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71"/>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71"/>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71"/>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71"/>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71"/>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71"/>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71"/>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71"/>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71"/>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71"/>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71"/>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980" name="Google Shape;4980;p71"/>
          <p:cNvPicPr preferRelativeResize="0"/>
          <p:nvPr/>
        </p:nvPicPr>
        <p:blipFill>
          <a:blip r:embed="rId3">
            <a:alphaModFix/>
          </a:blip>
          <a:stretch>
            <a:fillRect/>
          </a:stretch>
        </p:blipFill>
        <p:spPr>
          <a:xfrm>
            <a:off x="170010" y="1285670"/>
            <a:ext cx="841230" cy="1331675"/>
          </a:xfrm>
          <a:prstGeom prst="rect">
            <a:avLst/>
          </a:prstGeom>
          <a:noFill/>
          <a:ln>
            <a:noFill/>
          </a:ln>
        </p:spPr>
      </p:pic>
      <p:pic>
        <p:nvPicPr>
          <p:cNvPr id="4981" name="Google Shape;4981;p71"/>
          <p:cNvPicPr preferRelativeResize="0"/>
          <p:nvPr/>
        </p:nvPicPr>
        <p:blipFill>
          <a:blip r:embed="rId4">
            <a:alphaModFix/>
          </a:blip>
          <a:stretch>
            <a:fillRect/>
          </a:stretch>
        </p:blipFill>
        <p:spPr>
          <a:xfrm>
            <a:off x="7573932" y="2111309"/>
            <a:ext cx="1132325" cy="1493523"/>
          </a:xfrm>
          <a:prstGeom prst="rect">
            <a:avLst/>
          </a:prstGeom>
          <a:noFill/>
          <a:ln>
            <a:noFill/>
          </a:ln>
        </p:spPr>
      </p:pic>
      <p:sp>
        <p:nvSpPr>
          <p:cNvPr id="4982" name="Google Shape;4982;p71"/>
          <p:cNvSpPr/>
          <p:nvPr/>
        </p:nvSpPr>
        <p:spPr>
          <a:xfrm flipH="1">
            <a:off x="-1413672" y="2656350"/>
            <a:ext cx="2831700" cy="2831700"/>
          </a:xfrm>
          <a:prstGeom prst="blockArc">
            <a:avLst>
              <a:gd name="adj1" fmla="val 5958233"/>
              <a:gd name="adj2" fmla="val 17191640"/>
              <a:gd name="adj3" fmla="val 8843"/>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71"/>
          <p:cNvSpPr/>
          <p:nvPr/>
        </p:nvSpPr>
        <p:spPr>
          <a:xfrm flipH="1">
            <a:off x="-984925" y="2691838"/>
            <a:ext cx="2494500" cy="2495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4" name="Google Shape;4984;p71"/>
          <p:cNvGrpSpPr/>
          <p:nvPr/>
        </p:nvGrpSpPr>
        <p:grpSpPr>
          <a:xfrm>
            <a:off x="7721255" y="539314"/>
            <a:ext cx="709249" cy="339196"/>
            <a:chOff x="5265975" y="1869575"/>
            <a:chExt cx="269400" cy="128825"/>
          </a:xfrm>
        </p:grpSpPr>
        <p:cxnSp>
          <p:nvCxnSpPr>
            <p:cNvPr id="4985" name="Google Shape;4985;p71"/>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986" name="Google Shape;4986;p71"/>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987" name="Google Shape;4987;p71"/>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988" name="Google Shape;4988;p71"/>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989" name="Google Shape;4989;p71"/>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graphicFrame>
        <p:nvGraphicFramePr>
          <p:cNvPr id="15" name="Diagramme 14">
            <a:extLst>
              <a:ext uri="{FF2B5EF4-FFF2-40B4-BE49-F238E27FC236}">
                <a16:creationId xmlns:a16="http://schemas.microsoft.com/office/drawing/2014/main" id="{E689D522-4106-49F8-91D1-87EE0F9139C1}"/>
              </a:ext>
            </a:extLst>
          </p:cNvPr>
          <p:cNvGraphicFramePr/>
          <p:nvPr>
            <p:extLst>
              <p:ext uri="{D42A27DB-BD31-4B8C-83A1-F6EECF244321}">
                <p14:modId xmlns:p14="http://schemas.microsoft.com/office/powerpoint/2010/main" val="4156052103"/>
              </p:ext>
            </p:extLst>
          </p:nvPr>
        </p:nvGraphicFramePr>
        <p:xfrm>
          <a:off x="2024009" y="955117"/>
          <a:ext cx="5475776" cy="352879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8" name="Title 1">
            <a:extLst>
              <a:ext uri="{FF2B5EF4-FFF2-40B4-BE49-F238E27FC236}">
                <a16:creationId xmlns:a16="http://schemas.microsoft.com/office/drawing/2014/main" id="{2669242C-DA4A-43FE-AA1E-A95F3A15956A}"/>
              </a:ext>
            </a:extLst>
          </p:cNvPr>
          <p:cNvSpPr>
            <a:spLocks noGrp="1"/>
          </p:cNvSpPr>
          <p:nvPr>
            <p:ph type="title"/>
          </p:nvPr>
        </p:nvSpPr>
        <p:spPr>
          <a:xfrm>
            <a:off x="1764506" y="242430"/>
            <a:ext cx="5579269" cy="501413"/>
          </a:xfrm>
        </p:spPr>
        <p:txBody>
          <a:bodyPr/>
          <a:lstStyle/>
          <a:p>
            <a:r>
              <a:rPr lang="fr-FR" sz="2400" dirty="0"/>
              <a:t>Pré-traitement des données</a:t>
            </a:r>
          </a:p>
        </p:txBody>
      </p:sp>
    </p:spTree>
  </p:cSld>
  <p:clrMapOvr>
    <a:masterClrMapping/>
  </p:clrMapOvr>
  <mc:AlternateContent xmlns:mc="http://schemas.openxmlformats.org/markup-compatibility/2006" xmlns:p14="http://schemas.microsoft.com/office/powerpoint/2010/main">
    <mc:Choice Requires="p14">
      <p:transition spd="slow" p14:dur="2000">
        <p14:ferris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
                                            <p:graphicEl>
                                              <a:dgm id="{1FC52FA8-9A1A-4277-81AB-632BCD152F24}"/>
                                            </p:graphicEl>
                                          </p:spTgt>
                                        </p:tgtEl>
                                        <p:attrNameLst>
                                          <p:attrName>style.visibility</p:attrName>
                                        </p:attrNameLst>
                                      </p:cBhvr>
                                      <p:to>
                                        <p:strVal val="visible"/>
                                      </p:to>
                                    </p:set>
                                    <p:anim calcmode="lin" valueType="num">
                                      <p:cBhvr additive="base">
                                        <p:cTn id="7" dur="500"/>
                                        <p:tgtEl>
                                          <p:spTgt spid="15">
                                            <p:graphicEl>
                                              <a:dgm id="{1FC52FA8-9A1A-4277-81AB-632BCD152F24}"/>
                                            </p:graphicEl>
                                          </p:spTgt>
                                        </p:tgtEl>
                                        <p:attrNameLst>
                                          <p:attrName>ppt_y</p:attrName>
                                        </p:attrNameLst>
                                      </p:cBhvr>
                                      <p:tavLst>
                                        <p:tav tm="0">
                                          <p:val>
                                            <p:strVal val="#ppt_y+#ppt_h*1.125000"/>
                                          </p:val>
                                        </p:tav>
                                        <p:tav tm="100000">
                                          <p:val>
                                            <p:strVal val="#ppt_y"/>
                                          </p:val>
                                        </p:tav>
                                      </p:tavLst>
                                    </p:anim>
                                    <p:animEffect transition="in" filter="wipe(up)">
                                      <p:cBhvr>
                                        <p:cTn id="8" dur="500"/>
                                        <p:tgtEl>
                                          <p:spTgt spid="15">
                                            <p:graphicEl>
                                              <a:dgm id="{1FC52FA8-9A1A-4277-81AB-632BCD152F24}"/>
                                            </p:graphic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5">
                                            <p:graphicEl>
                                              <a:dgm id="{8B25DF38-4C0A-45A9-894C-8FC940818A26}"/>
                                            </p:graphicEl>
                                          </p:spTgt>
                                        </p:tgtEl>
                                        <p:attrNameLst>
                                          <p:attrName>style.visibility</p:attrName>
                                        </p:attrNameLst>
                                      </p:cBhvr>
                                      <p:to>
                                        <p:strVal val="visible"/>
                                      </p:to>
                                    </p:set>
                                    <p:anim calcmode="lin" valueType="num">
                                      <p:cBhvr additive="base">
                                        <p:cTn id="11" dur="500"/>
                                        <p:tgtEl>
                                          <p:spTgt spid="15">
                                            <p:graphicEl>
                                              <a:dgm id="{8B25DF38-4C0A-45A9-894C-8FC940818A26}"/>
                                            </p:graphicEl>
                                          </p:spTgt>
                                        </p:tgtEl>
                                        <p:attrNameLst>
                                          <p:attrName>ppt_y</p:attrName>
                                        </p:attrNameLst>
                                      </p:cBhvr>
                                      <p:tavLst>
                                        <p:tav tm="0">
                                          <p:val>
                                            <p:strVal val="#ppt_y+#ppt_h*1.125000"/>
                                          </p:val>
                                        </p:tav>
                                        <p:tav tm="100000">
                                          <p:val>
                                            <p:strVal val="#ppt_y"/>
                                          </p:val>
                                        </p:tav>
                                      </p:tavLst>
                                    </p:anim>
                                    <p:animEffect transition="in" filter="wipe(up)">
                                      <p:cBhvr>
                                        <p:cTn id="12" dur="500"/>
                                        <p:tgtEl>
                                          <p:spTgt spid="15">
                                            <p:graphicEl>
                                              <a:dgm id="{8B25DF38-4C0A-45A9-894C-8FC940818A2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5">
                                            <p:graphicEl>
                                              <a:dgm id="{185F4EEF-7741-408E-B07F-3387C90E4D79}"/>
                                            </p:graphicEl>
                                          </p:spTgt>
                                        </p:tgtEl>
                                        <p:attrNameLst>
                                          <p:attrName>style.visibility</p:attrName>
                                        </p:attrNameLst>
                                      </p:cBhvr>
                                      <p:to>
                                        <p:strVal val="visible"/>
                                      </p:to>
                                    </p:set>
                                    <p:anim calcmode="lin" valueType="num">
                                      <p:cBhvr additive="base">
                                        <p:cTn id="17" dur="500"/>
                                        <p:tgtEl>
                                          <p:spTgt spid="15">
                                            <p:graphicEl>
                                              <a:dgm id="{185F4EEF-7741-408E-B07F-3387C90E4D79}"/>
                                            </p:graphicEl>
                                          </p:spTgt>
                                        </p:tgtEl>
                                        <p:attrNameLst>
                                          <p:attrName>ppt_y</p:attrName>
                                        </p:attrNameLst>
                                      </p:cBhvr>
                                      <p:tavLst>
                                        <p:tav tm="0">
                                          <p:val>
                                            <p:strVal val="#ppt_y+#ppt_h*1.125000"/>
                                          </p:val>
                                        </p:tav>
                                        <p:tav tm="100000">
                                          <p:val>
                                            <p:strVal val="#ppt_y"/>
                                          </p:val>
                                        </p:tav>
                                      </p:tavLst>
                                    </p:anim>
                                    <p:animEffect transition="in" filter="wipe(up)">
                                      <p:cBhvr>
                                        <p:cTn id="18" dur="500"/>
                                        <p:tgtEl>
                                          <p:spTgt spid="15">
                                            <p:graphicEl>
                                              <a:dgm id="{185F4EEF-7741-408E-B07F-3387C90E4D7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309C7-14A4-42EB-86AD-B2F0CBAE3036}"/>
              </a:ext>
            </a:extLst>
          </p:cNvPr>
          <p:cNvSpPr>
            <a:spLocks noGrp="1"/>
          </p:cNvSpPr>
          <p:nvPr>
            <p:ph type="title"/>
          </p:nvPr>
        </p:nvSpPr>
        <p:spPr>
          <a:xfrm>
            <a:off x="606118" y="602188"/>
            <a:ext cx="5858976" cy="890856"/>
          </a:xfrm>
        </p:spPr>
        <p:txBody>
          <a:bodyPr/>
          <a:lstStyle/>
          <a:p>
            <a:r>
              <a:rPr lang="fr-FR" dirty="0"/>
              <a:t>Avantages des IDS basé sur l’apprentissage automatique</a:t>
            </a:r>
          </a:p>
        </p:txBody>
      </p:sp>
      <p:sp>
        <p:nvSpPr>
          <p:cNvPr id="4" name="Subtitle 3">
            <a:extLst>
              <a:ext uri="{FF2B5EF4-FFF2-40B4-BE49-F238E27FC236}">
                <a16:creationId xmlns:a16="http://schemas.microsoft.com/office/drawing/2014/main" id="{8720DBDF-DF84-4317-A04B-23DA92B7A720}"/>
              </a:ext>
            </a:extLst>
          </p:cNvPr>
          <p:cNvSpPr>
            <a:spLocks noGrp="1"/>
          </p:cNvSpPr>
          <p:nvPr>
            <p:ph type="subTitle" idx="2"/>
          </p:nvPr>
        </p:nvSpPr>
        <p:spPr>
          <a:xfrm>
            <a:off x="1355851" y="1835625"/>
            <a:ext cx="3136200" cy="2343900"/>
          </a:xfrm>
        </p:spPr>
        <p:txBody>
          <a:bodyPr/>
          <a:lstStyle/>
          <a:p>
            <a:pPr>
              <a:buFont typeface="Arial" panose="020B0604020202020204" pitchFamily="34" charset="0"/>
              <a:buChar char="•"/>
            </a:pPr>
            <a:r>
              <a:rPr lang="fr-FR" sz="1600" dirty="0"/>
              <a:t>Adaptabilité</a:t>
            </a:r>
          </a:p>
          <a:p>
            <a:pPr>
              <a:buFont typeface="Arial" panose="020B0604020202020204" pitchFamily="34" charset="0"/>
              <a:buChar char="•"/>
            </a:pPr>
            <a:r>
              <a:rPr lang="fr-FR" sz="1600" dirty="0"/>
              <a:t>Réduction des fausses positives </a:t>
            </a:r>
          </a:p>
          <a:p>
            <a:pPr>
              <a:buFont typeface="Arial" panose="020B0604020202020204" pitchFamily="34" charset="0"/>
              <a:buChar char="•"/>
            </a:pPr>
            <a:r>
              <a:rPr lang="fr-FR" sz="1600" dirty="0"/>
              <a:t>Gestion des grands volumes de données </a:t>
            </a:r>
          </a:p>
          <a:p>
            <a:pPr>
              <a:buFont typeface="Arial" panose="020B0604020202020204" pitchFamily="34" charset="0"/>
              <a:buChar char="•"/>
            </a:pPr>
            <a:r>
              <a:rPr lang="fr-FR" sz="1600" dirty="0"/>
              <a:t>Maintenance réduite </a:t>
            </a:r>
          </a:p>
          <a:p>
            <a:pPr>
              <a:buFont typeface="Arial" panose="020B0604020202020204" pitchFamily="34" charset="0"/>
              <a:buChar char="•"/>
            </a:pPr>
            <a:r>
              <a:rPr lang="fr-FR" sz="1600" dirty="0"/>
              <a:t>Diversifié les méthodes de détection </a:t>
            </a:r>
          </a:p>
          <a:p>
            <a:pPr>
              <a:buFont typeface="Arial" panose="020B0604020202020204" pitchFamily="34" charset="0"/>
              <a:buChar char="•"/>
            </a:pPr>
            <a:r>
              <a:rPr lang="fr-FR" sz="1600" dirty="0"/>
              <a:t>Perspectives prédictives… </a:t>
            </a:r>
          </a:p>
          <a:p>
            <a:r>
              <a:rPr lang="fr-FR" dirty="0"/>
              <a:t> </a:t>
            </a:r>
          </a:p>
        </p:txBody>
      </p:sp>
      <p:pic>
        <p:nvPicPr>
          <p:cNvPr id="5" name="Google Shape;3995;p51">
            <a:extLst>
              <a:ext uri="{FF2B5EF4-FFF2-40B4-BE49-F238E27FC236}">
                <a16:creationId xmlns:a16="http://schemas.microsoft.com/office/drawing/2014/main" id="{8DD82940-9141-4749-A5DF-23864E1668C3}"/>
              </a:ext>
            </a:extLst>
          </p:cNvPr>
          <p:cNvPicPr preferRelativeResize="0"/>
          <p:nvPr/>
        </p:nvPicPr>
        <p:blipFill>
          <a:blip r:embed="rId2">
            <a:alphaModFix/>
          </a:blip>
          <a:stretch>
            <a:fillRect/>
          </a:stretch>
        </p:blipFill>
        <p:spPr>
          <a:xfrm>
            <a:off x="6527090" y="2150386"/>
            <a:ext cx="1006125" cy="1327069"/>
          </a:xfrm>
          <a:prstGeom prst="rect">
            <a:avLst/>
          </a:prstGeom>
          <a:noFill/>
          <a:ln>
            <a:noFill/>
          </a:ln>
        </p:spPr>
      </p:pic>
      <p:pic>
        <p:nvPicPr>
          <p:cNvPr id="6" name="Google Shape;3994;p51">
            <a:extLst>
              <a:ext uri="{FF2B5EF4-FFF2-40B4-BE49-F238E27FC236}">
                <a16:creationId xmlns:a16="http://schemas.microsoft.com/office/drawing/2014/main" id="{E4DA08F8-0EF9-4131-8271-28E08B233DE6}"/>
              </a:ext>
            </a:extLst>
          </p:cNvPr>
          <p:cNvPicPr preferRelativeResize="0"/>
          <p:nvPr/>
        </p:nvPicPr>
        <p:blipFill>
          <a:blip r:embed="rId3">
            <a:alphaModFix/>
          </a:blip>
          <a:stretch>
            <a:fillRect/>
          </a:stretch>
        </p:blipFill>
        <p:spPr>
          <a:xfrm>
            <a:off x="6935657" y="740424"/>
            <a:ext cx="1602225" cy="2026830"/>
          </a:xfrm>
          <a:prstGeom prst="rect">
            <a:avLst/>
          </a:prstGeom>
          <a:noFill/>
          <a:ln>
            <a:noFill/>
          </a:ln>
        </p:spPr>
      </p:pic>
      <p:pic>
        <p:nvPicPr>
          <p:cNvPr id="7" name="Google Shape;3997;p51">
            <a:extLst>
              <a:ext uri="{FF2B5EF4-FFF2-40B4-BE49-F238E27FC236}">
                <a16:creationId xmlns:a16="http://schemas.microsoft.com/office/drawing/2014/main" id="{F6BCC14B-79C6-41BB-BD43-12C09C40477B}"/>
              </a:ext>
            </a:extLst>
          </p:cNvPr>
          <p:cNvPicPr preferRelativeResize="0"/>
          <p:nvPr/>
        </p:nvPicPr>
        <p:blipFill>
          <a:blip r:embed="rId4">
            <a:alphaModFix/>
          </a:blip>
          <a:stretch>
            <a:fillRect/>
          </a:stretch>
        </p:blipFill>
        <p:spPr>
          <a:xfrm>
            <a:off x="5353896" y="1753839"/>
            <a:ext cx="1209725" cy="867400"/>
          </a:xfrm>
          <a:prstGeom prst="rect">
            <a:avLst/>
          </a:prstGeom>
          <a:noFill/>
          <a:ln>
            <a:noFill/>
          </a:ln>
        </p:spPr>
      </p:pic>
      <p:pic>
        <p:nvPicPr>
          <p:cNvPr id="8" name="Google Shape;3997;p51">
            <a:extLst>
              <a:ext uri="{FF2B5EF4-FFF2-40B4-BE49-F238E27FC236}">
                <a16:creationId xmlns:a16="http://schemas.microsoft.com/office/drawing/2014/main" id="{A4D92792-D248-4D26-B440-AFBDB9E8A8C0}"/>
              </a:ext>
            </a:extLst>
          </p:cNvPr>
          <p:cNvPicPr preferRelativeResize="0"/>
          <p:nvPr/>
        </p:nvPicPr>
        <p:blipFill>
          <a:blip r:embed="rId4">
            <a:alphaModFix/>
          </a:blip>
          <a:stretch>
            <a:fillRect/>
          </a:stretch>
        </p:blipFill>
        <p:spPr>
          <a:xfrm>
            <a:off x="6425291" y="3477455"/>
            <a:ext cx="1209725" cy="867400"/>
          </a:xfrm>
          <a:prstGeom prst="rect">
            <a:avLst/>
          </a:prstGeom>
          <a:noFill/>
          <a:ln>
            <a:noFill/>
          </a:ln>
        </p:spPr>
      </p:pic>
    </p:spTree>
    <p:extLst>
      <p:ext uri="{BB962C8B-B14F-4D97-AF65-F5344CB8AC3E}">
        <p14:creationId xmlns:p14="http://schemas.microsoft.com/office/powerpoint/2010/main" val="3357041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1"/>
        <p:cNvGrpSpPr/>
        <p:nvPr/>
      </p:nvGrpSpPr>
      <p:grpSpPr>
        <a:xfrm>
          <a:off x="0" y="0"/>
          <a:ext cx="0" cy="0"/>
          <a:chOff x="0" y="0"/>
          <a:chExt cx="0" cy="0"/>
        </a:xfrm>
      </p:grpSpPr>
      <p:grpSp>
        <p:nvGrpSpPr>
          <p:cNvPr id="3892" name="Google Shape;3892;p51"/>
          <p:cNvGrpSpPr/>
          <p:nvPr/>
        </p:nvGrpSpPr>
        <p:grpSpPr>
          <a:xfrm rot="5400000">
            <a:off x="2024953" y="4192723"/>
            <a:ext cx="2227589" cy="726958"/>
            <a:chOff x="6972150" y="711750"/>
            <a:chExt cx="1039375" cy="339193"/>
          </a:xfrm>
        </p:grpSpPr>
        <p:sp>
          <p:nvSpPr>
            <p:cNvPr id="3893" name="Google Shape;3893;p51"/>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1"/>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51"/>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51"/>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1"/>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1"/>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1"/>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1"/>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1"/>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1"/>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1"/>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1"/>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1"/>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1"/>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1"/>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1"/>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1"/>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1"/>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1"/>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51"/>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51"/>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1"/>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1"/>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1"/>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1"/>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1"/>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1"/>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1"/>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1"/>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1"/>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1"/>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1"/>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5" name="Google Shape;3925;p51"/>
          <p:cNvSpPr txBox="1">
            <a:spLocks noGrp="1"/>
          </p:cNvSpPr>
          <p:nvPr>
            <p:ph type="title"/>
          </p:nvPr>
        </p:nvSpPr>
        <p:spPr>
          <a:xfrm>
            <a:off x="3711775" y="1076938"/>
            <a:ext cx="5061878" cy="3188052"/>
          </a:xfrm>
          <a:prstGeom prst="rect">
            <a:avLst/>
          </a:prstGeom>
        </p:spPr>
        <p:txBody>
          <a:bodyPr spcFirstLastPara="1" wrap="square" lIns="91425" tIns="91425" rIns="91425" bIns="91425" anchor="ctr" anchorCtr="0">
            <a:noAutofit/>
          </a:bodyPr>
          <a:lstStyle/>
          <a:p>
            <a:pPr marL="160858" rtl="0" fontAlgn="base">
              <a:spcBef>
                <a:spcPts val="0"/>
              </a:spcBef>
              <a:spcAft>
                <a:spcPts val="0"/>
              </a:spcAft>
            </a:pPr>
            <a:r>
              <a:rPr lang="fr-FR" sz="6600" b="0" dirty="0">
                <a:solidFill>
                  <a:schemeClr val="tx1"/>
                </a:solidFill>
                <a:latin typeface="Advent Pro" panose="020B0604020202020204" charset="0"/>
              </a:rPr>
              <a:t>Réalisation</a:t>
            </a:r>
            <a:endParaRPr lang="fr-FR" sz="6600" b="0" i="0" u="none" strike="noStrike" dirty="0">
              <a:solidFill>
                <a:schemeClr val="tx1"/>
              </a:solidFill>
              <a:effectLst/>
              <a:latin typeface="Advent Pro" panose="020B0604020202020204" charset="0"/>
            </a:endParaRPr>
          </a:p>
        </p:txBody>
      </p:sp>
      <p:grpSp>
        <p:nvGrpSpPr>
          <p:cNvPr id="3926" name="Google Shape;3926;p51"/>
          <p:cNvGrpSpPr/>
          <p:nvPr/>
        </p:nvGrpSpPr>
        <p:grpSpPr>
          <a:xfrm flipH="1">
            <a:off x="620905" y="607928"/>
            <a:ext cx="2227589" cy="1527191"/>
            <a:chOff x="5519300" y="372750"/>
            <a:chExt cx="1039375" cy="712575"/>
          </a:xfrm>
        </p:grpSpPr>
        <p:sp>
          <p:nvSpPr>
            <p:cNvPr id="3927" name="Google Shape;3927;p51"/>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1"/>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1"/>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1"/>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1"/>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1"/>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1"/>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1"/>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1"/>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1"/>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1"/>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1"/>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1"/>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1"/>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1"/>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1"/>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1"/>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1"/>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1"/>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1"/>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1"/>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1"/>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1"/>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1"/>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1"/>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1"/>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1"/>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1"/>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1"/>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1"/>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1"/>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1"/>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1"/>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51"/>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1"/>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1"/>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1"/>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1"/>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1"/>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1"/>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51"/>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51"/>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1"/>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1"/>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51"/>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51"/>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51"/>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51"/>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51"/>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1"/>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1"/>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51"/>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51"/>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51"/>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1"/>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1"/>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1"/>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1"/>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51"/>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51"/>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51"/>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51"/>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51"/>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51"/>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51"/>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51"/>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51"/>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994" name="Google Shape;3994;p51"/>
          <p:cNvPicPr preferRelativeResize="0"/>
          <p:nvPr/>
        </p:nvPicPr>
        <p:blipFill>
          <a:blip r:embed="rId3">
            <a:alphaModFix/>
          </a:blip>
          <a:stretch>
            <a:fillRect/>
          </a:stretch>
        </p:blipFill>
        <p:spPr>
          <a:xfrm>
            <a:off x="1732774" y="1635148"/>
            <a:ext cx="1602225" cy="2026830"/>
          </a:xfrm>
          <a:prstGeom prst="rect">
            <a:avLst/>
          </a:prstGeom>
          <a:noFill/>
          <a:ln>
            <a:noFill/>
          </a:ln>
        </p:spPr>
      </p:pic>
      <p:pic>
        <p:nvPicPr>
          <p:cNvPr id="3995" name="Google Shape;3995;p51"/>
          <p:cNvPicPr preferRelativeResize="0"/>
          <p:nvPr/>
        </p:nvPicPr>
        <p:blipFill>
          <a:blip r:embed="rId4">
            <a:alphaModFix/>
          </a:blip>
          <a:stretch>
            <a:fillRect/>
          </a:stretch>
        </p:blipFill>
        <p:spPr>
          <a:xfrm>
            <a:off x="768550" y="2909200"/>
            <a:ext cx="1006125" cy="1327069"/>
          </a:xfrm>
          <a:prstGeom prst="rect">
            <a:avLst/>
          </a:prstGeom>
          <a:noFill/>
          <a:ln>
            <a:noFill/>
          </a:ln>
        </p:spPr>
      </p:pic>
      <p:pic>
        <p:nvPicPr>
          <p:cNvPr id="3996" name="Google Shape;3996;p51"/>
          <p:cNvPicPr preferRelativeResize="0"/>
          <p:nvPr/>
        </p:nvPicPr>
        <p:blipFill>
          <a:blip r:embed="rId5">
            <a:alphaModFix/>
          </a:blip>
          <a:stretch>
            <a:fillRect/>
          </a:stretch>
        </p:blipFill>
        <p:spPr>
          <a:xfrm>
            <a:off x="2070409" y="3701531"/>
            <a:ext cx="1209725" cy="867412"/>
          </a:xfrm>
          <a:prstGeom prst="rect">
            <a:avLst/>
          </a:prstGeom>
          <a:noFill/>
          <a:ln>
            <a:noFill/>
          </a:ln>
        </p:spPr>
      </p:pic>
      <p:pic>
        <p:nvPicPr>
          <p:cNvPr id="3997" name="Google Shape;3997;p51"/>
          <p:cNvPicPr preferRelativeResize="0"/>
          <p:nvPr/>
        </p:nvPicPr>
        <p:blipFill>
          <a:blip r:embed="rId5">
            <a:alphaModFix/>
          </a:blip>
          <a:stretch>
            <a:fillRect/>
          </a:stretch>
        </p:blipFill>
        <p:spPr>
          <a:xfrm>
            <a:off x="362050" y="1593172"/>
            <a:ext cx="1209725" cy="867400"/>
          </a:xfrm>
          <a:prstGeom prst="rect">
            <a:avLst/>
          </a:prstGeom>
          <a:noFill/>
          <a:ln>
            <a:noFill/>
          </a:ln>
        </p:spPr>
      </p:pic>
      <p:pic>
        <p:nvPicPr>
          <p:cNvPr id="3998" name="Google Shape;3998;p51"/>
          <p:cNvPicPr preferRelativeResize="0"/>
          <p:nvPr/>
        </p:nvPicPr>
        <p:blipFill>
          <a:blip r:embed="rId5">
            <a:alphaModFix/>
          </a:blip>
          <a:stretch>
            <a:fillRect/>
          </a:stretch>
        </p:blipFill>
        <p:spPr>
          <a:xfrm>
            <a:off x="2192445" y="1026182"/>
            <a:ext cx="1602225" cy="1148801"/>
          </a:xfrm>
          <a:prstGeom prst="rect">
            <a:avLst/>
          </a:prstGeom>
          <a:noFill/>
          <a:ln>
            <a:noFill/>
          </a:ln>
        </p:spPr>
      </p:pic>
      <p:grpSp>
        <p:nvGrpSpPr>
          <p:cNvPr id="3999" name="Google Shape;3999;p51"/>
          <p:cNvGrpSpPr/>
          <p:nvPr/>
        </p:nvGrpSpPr>
        <p:grpSpPr>
          <a:xfrm>
            <a:off x="7721255" y="539314"/>
            <a:ext cx="709249" cy="339196"/>
            <a:chOff x="5265975" y="1869575"/>
            <a:chExt cx="269400" cy="128825"/>
          </a:xfrm>
        </p:grpSpPr>
        <p:cxnSp>
          <p:nvCxnSpPr>
            <p:cNvPr id="4000" name="Google Shape;4000;p51"/>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1" name="Google Shape;4001;p51"/>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2" name="Google Shape;4002;p51"/>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3" name="Google Shape;4003;p51"/>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4" name="Google Shape;4004;p51"/>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
        <p:nvSpPr>
          <p:cNvPr id="115" name="Google Shape;4149;p54">
            <a:extLst>
              <a:ext uri="{FF2B5EF4-FFF2-40B4-BE49-F238E27FC236}">
                <a16:creationId xmlns:a16="http://schemas.microsoft.com/office/drawing/2014/main" id="{FA0F60F9-66ED-4B1A-A442-30DD9BD8A625}"/>
              </a:ext>
            </a:extLst>
          </p:cNvPr>
          <p:cNvSpPr/>
          <p:nvPr/>
        </p:nvSpPr>
        <p:spPr>
          <a:xfrm>
            <a:off x="4158757" y="1225416"/>
            <a:ext cx="998387" cy="766696"/>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ZoneTexte 53">
            <a:extLst>
              <a:ext uri="{FF2B5EF4-FFF2-40B4-BE49-F238E27FC236}">
                <a16:creationId xmlns:a16="http://schemas.microsoft.com/office/drawing/2014/main" id="{EA3BE019-015D-489F-948F-763BD9B55DFE}"/>
              </a:ext>
            </a:extLst>
          </p:cNvPr>
          <p:cNvSpPr txBox="1"/>
          <p:nvPr/>
        </p:nvSpPr>
        <p:spPr>
          <a:xfrm>
            <a:off x="4331136" y="1404315"/>
            <a:ext cx="619483" cy="461665"/>
          </a:xfrm>
          <a:prstGeom prst="rect">
            <a:avLst/>
          </a:prstGeom>
          <a:noFill/>
        </p:spPr>
        <p:txBody>
          <a:bodyPr wrap="square">
            <a:spAutoFit/>
          </a:bodyPr>
          <a:lstStyle/>
          <a:p>
            <a:pPr algn="ctr"/>
            <a:r>
              <a:rPr lang="en" sz="2400" dirty="0">
                <a:solidFill>
                  <a:schemeClr val="accent5"/>
                </a:solidFill>
              </a:rPr>
              <a:t>04</a:t>
            </a:r>
          </a:p>
        </p:txBody>
      </p:sp>
    </p:spTree>
    <p:extLst>
      <p:ext uri="{BB962C8B-B14F-4D97-AF65-F5344CB8AC3E}">
        <p14:creationId xmlns:p14="http://schemas.microsoft.com/office/powerpoint/2010/main" val="2193454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96"/>
        <p:cNvGrpSpPr/>
        <p:nvPr/>
      </p:nvGrpSpPr>
      <p:grpSpPr>
        <a:xfrm>
          <a:off x="0" y="0"/>
          <a:ext cx="0" cy="0"/>
          <a:chOff x="0" y="0"/>
          <a:chExt cx="0" cy="0"/>
        </a:xfrm>
      </p:grpSpPr>
      <p:sp>
        <p:nvSpPr>
          <p:cNvPr id="4798" name="Google Shape;4798;p67"/>
          <p:cNvSpPr txBox="1">
            <a:spLocks noGrp="1"/>
          </p:cNvSpPr>
          <p:nvPr>
            <p:ph type="title"/>
          </p:nvPr>
        </p:nvSpPr>
        <p:spPr>
          <a:xfrm>
            <a:off x="-208782" y="39826"/>
            <a:ext cx="7086608" cy="710205"/>
          </a:xfrm>
          <a:prstGeom prst="rect">
            <a:avLst/>
          </a:prstGeom>
        </p:spPr>
        <p:txBody>
          <a:bodyPr spcFirstLastPara="1" wrap="square" lIns="91425" tIns="91425" rIns="91425" bIns="91425" anchor="t" anchorCtr="0">
            <a:noAutofit/>
          </a:bodyPr>
          <a:lstStyle/>
          <a:p>
            <a:pPr marL="160858" rtl="0" fontAlgn="base">
              <a:spcBef>
                <a:spcPts val="0"/>
              </a:spcBef>
              <a:spcAft>
                <a:spcPts val="0"/>
              </a:spcAft>
            </a:pPr>
            <a:r>
              <a:rPr lang="fr-FR" sz="3200" b="0" i="0" u="none" strike="noStrike" dirty="0">
                <a:solidFill>
                  <a:schemeClr val="tx1"/>
                </a:solidFill>
                <a:effectLst/>
                <a:latin typeface="Advent Pro" panose="020B0604020202020204" charset="0"/>
              </a:rPr>
              <a:t>Technologies et frameworks utilisés</a:t>
            </a:r>
          </a:p>
        </p:txBody>
      </p:sp>
      <p:pic>
        <p:nvPicPr>
          <p:cNvPr id="3" name="Image 2">
            <a:extLst>
              <a:ext uri="{FF2B5EF4-FFF2-40B4-BE49-F238E27FC236}">
                <a16:creationId xmlns:a16="http://schemas.microsoft.com/office/drawing/2014/main" id="{EFF6FAAE-5D68-40B5-913C-D34843360CA3}"/>
              </a:ext>
            </a:extLst>
          </p:cNvPr>
          <p:cNvPicPr>
            <a:picLocks noChangeAspect="1"/>
          </p:cNvPicPr>
          <p:nvPr/>
        </p:nvPicPr>
        <p:blipFill>
          <a:blip r:embed="rId3"/>
          <a:stretch>
            <a:fillRect/>
          </a:stretch>
        </p:blipFill>
        <p:spPr>
          <a:xfrm>
            <a:off x="5001083" y="2832259"/>
            <a:ext cx="1257986" cy="834151"/>
          </a:xfrm>
          <a:prstGeom prst="rect">
            <a:avLst/>
          </a:prstGeom>
        </p:spPr>
      </p:pic>
      <p:pic>
        <p:nvPicPr>
          <p:cNvPr id="5" name="Image 4">
            <a:extLst>
              <a:ext uri="{FF2B5EF4-FFF2-40B4-BE49-F238E27FC236}">
                <a16:creationId xmlns:a16="http://schemas.microsoft.com/office/drawing/2014/main" id="{43620578-A277-41D4-AE5E-1B7676D1765C}"/>
              </a:ext>
            </a:extLst>
          </p:cNvPr>
          <p:cNvPicPr>
            <a:picLocks noChangeAspect="1"/>
          </p:cNvPicPr>
          <p:nvPr/>
        </p:nvPicPr>
        <p:blipFill>
          <a:blip r:embed="rId4"/>
          <a:stretch>
            <a:fillRect/>
          </a:stretch>
        </p:blipFill>
        <p:spPr>
          <a:xfrm>
            <a:off x="3475140" y="3456311"/>
            <a:ext cx="1129432" cy="907768"/>
          </a:xfrm>
          <a:prstGeom prst="rect">
            <a:avLst/>
          </a:prstGeom>
        </p:spPr>
      </p:pic>
      <p:pic>
        <p:nvPicPr>
          <p:cNvPr id="7" name="Image 6">
            <a:extLst>
              <a:ext uri="{FF2B5EF4-FFF2-40B4-BE49-F238E27FC236}">
                <a16:creationId xmlns:a16="http://schemas.microsoft.com/office/drawing/2014/main" id="{AD751E12-87B6-461B-B980-E025D88BA898}"/>
              </a:ext>
            </a:extLst>
          </p:cNvPr>
          <p:cNvPicPr>
            <a:picLocks noChangeAspect="1"/>
          </p:cNvPicPr>
          <p:nvPr/>
        </p:nvPicPr>
        <p:blipFill>
          <a:blip r:embed="rId5"/>
          <a:stretch>
            <a:fillRect/>
          </a:stretch>
        </p:blipFill>
        <p:spPr>
          <a:xfrm>
            <a:off x="6595246" y="3814871"/>
            <a:ext cx="838991" cy="755604"/>
          </a:xfrm>
          <a:prstGeom prst="rect">
            <a:avLst/>
          </a:prstGeom>
        </p:spPr>
      </p:pic>
      <p:pic>
        <p:nvPicPr>
          <p:cNvPr id="9" name="Image 8">
            <a:extLst>
              <a:ext uri="{FF2B5EF4-FFF2-40B4-BE49-F238E27FC236}">
                <a16:creationId xmlns:a16="http://schemas.microsoft.com/office/drawing/2014/main" id="{E4780DEA-01F8-4558-82E6-B694A0EFE545}"/>
              </a:ext>
            </a:extLst>
          </p:cNvPr>
          <p:cNvPicPr>
            <a:picLocks noChangeAspect="1"/>
          </p:cNvPicPr>
          <p:nvPr/>
        </p:nvPicPr>
        <p:blipFill>
          <a:blip r:embed="rId6"/>
          <a:stretch>
            <a:fillRect/>
          </a:stretch>
        </p:blipFill>
        <p:spPr>
          <a:xfrm>
            <a:off x="7014741" y="1895020"/>
            <a:ext cx="1257986" cy="1011093"/>
          </a:xfrm>
          <a:prstGeom prst="rect">
            <a:avLst/>
          </a:prstGeom>
        </p:spPr>
      </p:pic>
      <p:pic>
        <p:nvPicPr>
          <p:cNvPr id="11" name="Image 10">
            <a:extLst>
              <a:ext uri="{FF2B5EF4-FFF2-40B4-BE49-F238E27FC236}">
                <a16:creationId xmlns:a16="http://schemas.microsoft.com/office/drawing/2014/main" id="{A08E407F-3D13-4E49-87A4-D30BE3148DEB}"/>
              </a:ext>
            </a:extLst>
          </p:cNvPr>
          <p:cNvPicPr>
            <a:picLocks noChangeAspect="1"/>
          </p:cNvPicPr>
          <p:nvPr/>
        </p:nvPicPr>
        <p:blipFill>
          <a:blip r:embed="rId7"/>
          <a:stretch>
            <a:fillRect/>
          </a:stretch>
        </p:blipFill>
        <p:spPr>
          <a:xfrm>
            <a:off x="842085" y="2298742"/>
            <a:ext cx="1227166" cy="688663"/>
          </a:xfrm>
          <a:prstGeom prst="rect">
            <a:avLst/>
          </a:prstGeom>
        </p:spPr>
      </p:pic>
      <p:pic>
        <p:nvPicPr>
          <p:cNvPr id="15" name="Image 14">
            <a:extLst>
              <a:ext uri="{FF2B5EF4-FFF2-40B4-BE49-F238E27FC236}">
                <a16:creationId xmlns:a16="http://schemas.microsoft.com/office/drawing/2014/main" id="{12D7EB89-7DEA-4C09-9A05-F4ABE7522DFA}"/>
              </a:ext>
            </a:extLst>
          </p:cNvPr>
          <p:cNvPicPr>
            <a:picLocks noChangeAspect="1"/>
          </p:cNvPicPr>
          <p:nvPr/>
        </p:nvPicPr>
        <p:blipFill>
          <a:blip r:embed="rId8"/>
          <a:stretch>
            <a:fillRect/>
          </a:stretch>
        </p:blipFill>
        <p:spPr>
          <a:xfrm flipV="1">
            <a:off x="6705628" y="963352"/>
            <a:ext cx="860986" cy="518276"/>
          </a:xfrm>
          <a:prstGeom prst="rect">
            <a:avLst/>
          </a:prstGeom>
        </p:spPr>
      </p:pic>
      <p:pic>
        <p:nvPicPr>
          <p:cNvPr id="20" name="Image 19">
            <a:extLst>
              <a:ext uri="{FF2B5EF4-FFF2-40B4-BE49-F238E27FC236}">
                <a16:creationId xmlns:a16="http://schemas.microsoft.com/office/drawing/2014/main" id="{405DB09F-2A0E-44AA-A672-3F5B5A966B77}"/>
              </a:ext>
            </a:extLst>
          </p:cNvPr>
          <p:cNvPicPr>
            <a:picLocks noChangeAspect="1"/>
          </p:cNvPicPr>
          <p:nvPr/>
        </p:nvPicPr>
        <p:blipFill>
          <a:blip r:embed="rId9"/>
          <a:stretch>
            <a:fillRect/>
          </a:stretch>
        </p:blipFill>
        <p:spPr>
          <a:xfrm>
            <a:off x="3366293" y="1829715"/>
            <a:ext cx="1062406" cy="853898"/>
          </a:xfrm>
          <a:prstGeom prst="rect">
            <a:avLst/>
          </a:prstGeom>
        </p:spPr>
      </p:pic>
      <p:sp>
        <p:nvSpPr>
          <p:cNvPr id="46" name="Google Shape;4800;p67">
            <a:extLst>
              <a:ext uri="{FF2B5EF4-FFF2-40B4-BE49-F238E27FC236}">
                <a16:creationId xmlns:a16="http://schemas.microsoft.com/office/drawing/2014/main" id="{795CB117-F0D7-477B-8846-1863F1081CD3}"/>
              </a:ext>
            </a:extLst>
          </p:cNvPr>
          <p:cNvSpPr txBox="1"/>
          <p:nvPr/>
        </p:nvSpPr>
        <p:spPr>
          <a:xfrm>
            <a:off x="6886352" y="2972284"/>
            <a:ext cx="1537500" cy="554100"/>
          </a:xfrm>
          <a:prstGeom prst="rect">
            <a:avLst/>
          </a:prstGeom>
          <a:noFill/>
          <a:ln>
            <a:noFill/>
          </a:ln>
        </p:spPr>
        <p:txBody>
          <a:bodyPr spcFirstLastPara="1" wrap="square" lIns="91425" tIns="91425" rIns="91425" bIns="91425" anchor="b" anchorCtr="0">
            <a:noAutofit/>
          </a:bodyPr>
          <a:lstStyle/>
          <a:p>
            <a:pPr algn="ctr">
              <a:lnSpc>
                <a:spcPct val="107000"/>
              </a:lnSpc>
              <a:spcAft>
                <a:spcPts val="800"/>
              </a:spcAft>
            </a:pPr>
            <a:r>
              <a:rPr lang="en-US" sz="2400" b="1" dirty="0">
                <a:solidFill>
                  <a:schemeClr val="accent5"/>
                </a:solidFill>
                <a:effectLst/>
                <a:latin typeface="Arial" panose="020B0604020202020204" pitchFamily="34" charset="0"/>
                <a:ea typeface="Times New Roman" panose="02020603050405020304" pitchFamily="18" charset="0"/>
                <a:cs typeface="Arial" panose="020B0604020202020204" pitchFamily="34" charset="0"/>
              </a:rPr>
              <a:t>Python</a:t>
            </a:r>
            <a:endParaRPr lang="fr-FR" sz="1800"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8" name="Google Shape;4800;p67">
            <a:extLst>
              <a:ext uri="{FF2B5EF4-FFF2-40B4-BE49-F238E27FC236}">
                <a16:creationId xmlns:a16="http://schemas.microsoft.com/office/drawing/2014/main" id="{6149367E-2457-4A38-AAF5-A6FA3866C647}"/>
              </a:ext>
            </a:extLst>
          </p:cNvPr>
          <p:cNvSpPr txBox="1"/>
          <p:nvPr/>
        </p:nvSpPr>
        <p:spPr>
          <a:xfrm>
            <a:off x="4456250" y="1308759"/>
            <a:ext cx="1052334" cy="412791"/>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fr-FR" sz="2400" b="1" dirty="0">
                <a:solidFill>
                  <a:schemeClr val="dk1"/>
                </a:solidFill>
                <a:latin typeface="Alumni Sans Pinstripe"/>
                <a:ea typeface="Alumni Sans Pinstripe"/>
                <a:cs typeface="Alumni Sans Pinstripe"/>
                <a:sym typeface="Alumni Sans Pinstripe"/>
              </a:rPr>
              <a:t>S</a:t>
            </a:r>
            <a:r>
              <a:rPr lang="en" sz="2400" b="1" dirty="0">
                <a:solidFill>
                  <a:schemeClr val="dk1"/>
                </a:solidFill>
                <a:latin typeface="Alumni Sans Pinstripe"/>
                <a:ea typeface="Alumni Sans Pinstripe"/>
                <a:cs typeface="Alumni Sans Pinstripe"/>
                <a:sym typeface="Alumni Sans Pinstripe"/>
              </a:rPr>
              <a:t>tarUml</a:t>
            </a:r>
            <a:endParaRPr sz="2400" b="1" dirty="0">
              <a:solidFill>
                <a:schemeClr val="dk1"/>
              </a:solidFill>
              <a:latin typeface="Alumni Sans Pinstripe"/>
              <a:ea typeface="Alumni Sans Pinstripe"/>
              <a:cs typeface="Alumni Sans Pinstripe"/>
              <a:sym typeface="Alumni Sans Pinstripe"/>
            </a:endParaRPr>
          </a:p>
        </p:txBody>
      </p:sp>
      <p:sp>
        <p:nvSpPr>
          <p:cNvPr id="52" name="Google Shape;4800;p67">
            <a:extLst>
              <a:ext uri="{FF2B5EF4-FFF2-40B4-BE49-F238E27FC236}">
                <a16:creationId xmlns:a16="http://schemas.microsoft.com/office/drawing/2014/main" id="{5A78297C-AC70-4FFE-BE14-18D50BB5BBCA}"/>
              </a:ext>
            </a:extLst>
          </p:cNvPr>
          <p:cNvSpPr txBox="1"/>
          <p:nvPr/>
        </p:nvSpPr>
        <p:spPr>
          <a:xfrm>
            <a:off x="3368193" y="3069062"/>
            <a:ext cx="924281" cy="180273"/>
          </a:xfrm>
          <a:prstGeom prst="rect">
            <a:avLst/>
          </a:prstGeom>
          <a:noFill/>
          <a:ln>
            <a:noFill/>
          </a:ln>
        </p:spPr>
        <p:txBody>
          <a:bodyPr spcFirstLastPara="1" wrap="square" lIns="91425" tIns="91425" rIns="91425" bIns="91425" anchor="b" anchorCtr="0">
            <a:noAutofit/>
          </a:bodyPr>
          <a:lstStyle/>
          <a:p>
            <a:pPr algn="ctr">
              <a:lnSpc>
                <a:spcPct val="107000"/>
              </a:lnSpc>
              <a:spcAft>
                <a:spcPts val="800"/>
              </a:spcAft>
            </a:pPr>
            <a:r>
              <a:rPr lang="en-US" sz="2400" b="1" dirty="0">
                <a:solidFill>
                  <a:schemeClr val="accent5"/>
                </a:solidFill>
                <a:effectLst/>
                <a:latin typeface="Arial" panose="020B0604020202020204" pitchFamily="34" charset="0"/>
                <a:ea typeface="Times New Roman" panose="02020603050405020304" pitchFamily="18" charset="0"/>
                <a:cs typeface="Arial" panose="020B0604020202020204" pitchFamily="34" charset="0"/>
              </a:rPr>
              <a:t>CSS</a:t>
            </a:r>
            <a:endParaRPr lang="fr-FR" sz="1800"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53" name="Google Shape;4800;p67">
            <a:extLst>
              <a:ext uri="{FF2B5EF4-FFF2-40B4-BE49-F238E27FC236}">
                <a16:creationId xmlns:a16="http://schemas.microsoft.com/office/drawing/2014/main" id="{CB41C041-C95E-4782-8662-664D79F79281}"/>
              </a:ext>
            </a:extLst>
          </p:cNvPr>
          <p:cNvSpPr txBox="1"/>
          <p:nvPr/>
        </p:nvSpPr>
        <p:spPr>
          <a:xfrm>
            <a:off x="6367371" y="545427"/>
            <a:ext cx="1537500" cy="554100"/>
          </a:xfrm>
          <a:prstGeom prst="rect">
            <a:avLst/>
          </a:prstGeom>
          <a:noFill/>
          <a:ln>
            <a:noFill/>
          </a:ln>
        </p:spPr>
        <p:txBody>
          <a:bodyPr spcFirstLastPara="1" wrap="square" lIns="91425" tIns="91425" rIns="91425" bIns="91425" anchor="b" anchorCtr="0">
            <a:noAutofit/>
          </a:bodyPr>
          <a:lstStyle/>
          <a:p>
            <a:pPr algn="ctr">
              <a:lnSpc>
                <a:spcPct val="107000"/>
              </a:lnSpc>
              <a:spcAft>
                <a:spcPts val="800"/>
              </a:spcAft>
            </a:pPr>
            <a:r>
              <a:rPr lang="en-US" sz="2400" b="1" dirty="0">
                <a:solidFill>
                  <a:schemeClr val="accent5"/>
                </a:solidFill>
                <a:effectLst/>
                <a:latin typeface="Arial" panose="020B0604020202020204" pitchFamily="34" charset="0"/>
                <a:ea typeface="Times New Roman" panose="02020603050405020304" pitchFamily="18" charset="0"/>
                <a:cs typeface="Arial" panose="020B0604020202020204" pitchFamily="34" charset="0"/>
              </a:rPr>
              <a:t>XAMPP</a:t>
            </a:r>
            <a:endParaRPr lang="fr-FR" sz="1800" dirty="0">
              <a:solidFill>
                <a:schemeClr val="accent5"/>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55" name="Google Shape;4800;p67">
            <a:extLst>
              <a:ext uri="{FF2B5EF4-FFF2-40B4-BE49-F238E27FC236}">
                <a16:creationId xmlns:a16="http://schemas.microsoft.com/office/drawing/2014/main" id="{CE84ED98-F7B3-4B95-B603-4F7E026B9514}"/>
              </a:ext>
            </a:extLst>
          </p:cNvPr>
          <p:cNvSpPr txBox="1"/>
          <p:nvPr/>
        </p:nvSpPr>
        <p:spPr>
          <a:xfrm>
            <a:off x="4926566" y="2340017"/>
            <a:ext cx="1537500" cy="554100"/>
          </a:xfrm>
          <a:prstGeom prst="rect">
            <a:avLst/>
          </a:prstGeom>
          <a:noFill/>
          <a:ln>
            <a:noFill/>
          </a:ln>
        </p:spPr>
        <p:txBody>
          <a:bodyPr spcFirstLastPara="1" wrap="square" lIns="91425" tIns="91425" rIns="91425" bIns="91425" anchor="b" anchorCtr="0">
            <a:noAutofit/>
          </a:bodyPr>
          <a:lstStyle/>
          <a:p>
            <a:pPr lvl="0" algn="l"/>
            <a:r>
              <a:rPr lang="en-US" sz="2400" b="1" dirty="0">
                <a:solidFill>
                  <a:schemeClr val="accent5"/>
                </a:solidFill>
                <a:effectLst/>
                <a:latin typeface="Advent Pro Medium" panose="020B0604020202020204" charset="0"/>
                <a:ea typeface="Times New Roman" panose="02020603050405020304" pitchFamily="18" charset="0"/>
                <a:cs typeface="Arial" panose="020B0604020202020204" pitchFamily="34" charset="0"/>
              </a:rPr>
              <a:t>Bootstrap</a:t>
            </a:r>
            <a:endParaRPr lang="fr-FR" sz="1800" dirty="0">
              <a:latin typeface="Advent Pro Medium" panose="020B0604020202020204" charset="0"/>
            </a:endParaRPr>
          </a:p>
        </p:txBody>
      </p:sp>
      <p:pic>
        <p:nvPicPr>
          <p:cNvPr id="32" name="Image 31">
            <a:extLst>
              <a:ext uri="{FF2B5EF4-FFF2-40B4-BE49-F238E27FC236}">
                <a16:creationId xmlns:a16="http://schemas.microsoft.com/office/drawing/2014/main" id="{17B590C3-3ADE-4BF9-AC1C-44AB7AD08388}"/>
              </a:ext>
            </a:extLst>
          </p:cNvPr>
          <p:cNvPicPr>
            <a:picLocks noChangeAspect="1"/>
          </p:cNvPicPr>
          <p:nvPr/>
        </p:nvPicPr>
        <p:blipFill>
          <a:blip r:embed="rId10"/>
          <a:stretch>
            <a:fillRect/>
          </a:stretch>
        </p:blipFill>
        <p:spPr>
          <a:xfrm>
            <a:off x="2400673" y="2481154"/>
            <a:ext cx="822708" cy="897920"/>
          </a:xfrm>
          <a:prstGeom prst="rect">
            <a:avLst/>
          </a:prstGeom>
        </p:spPr>
      </p:pic>
      <p:pic>
        <p:nvPicPr>
          <p:cNvPr id="57" name="Image 56">
            <a:extLst>
              <a:ext uri="{FF2B5EF4-FFF2-40B4-BE49-F238E27FC236}">
                <a16:creationId xmlns:a16="http://schemas.microsoft.com/office/drawing/2014/main" id="{4AE7B685-BD06-46B5-9E7A-17242141ED2A}"/>
              </a:ext>
            </a:extLst>
          </p:cNvPr>
          <p:cNvPicPr>
            <a:picLocks noChangeAspect="1"/>
          </p:cNvPicPr>
          <p:nvPr/>
        </p:nvPicPr>
        <p:blipFill>
          <a:blip r:embed="rId11"/>
          <a:stretch>
            <a:fillRect/>
          </a:stretch>
        </p:blipFill>
        <p:spPr>
          <a:xfrm>
            <a:off x="5489425" y="1435966"/>
            <a:ext cx="1052334" cy="709278"/>
          </a:xfrm>
          <a:prstGeom prst="rect">
            <a:avLst/>
          </a:prstGeom>
        </p:spPr>
      </p:pic>
      <p:pic>
        <p:nvPicPr>
          <p:cNvPr id="59" name="Image 58">
            <a:extLst>
              <a:ext uri="{FF2B5EF4-FFF2-40B4-BE49-F238E27FC236}">
                <a16:creationId xmlns:a16="http://schemas.microsoft.com/office/drawing/2014/main" id="{D74C9C4E-B861-447F-8771-331DFC5D56EE}"/>
              </a:ext>
            </a:extLst>
          </p:cNvPr>
          <p:cNvPicPr>
            <a:picLocks noChangeAspect="1"/>
          </p:cNvPicPr>
          <p:nvPr/>
        </p:nvPicPr>
        <p:blipFill>
          <a:blip r:embed="rId12"/>
          <a:stretch>
            <a:fillRect/>
          </a:stretch>
        </p:blipFill>
        <p:spPr>
          <a:xfrm>
            <a:off x="1665231" y="3503233"/>
            <a:ext cx="1101300" cy="1101300"/>
          </a:xfrm>
          <a:prstGeom prst="rect">
            <a:avLst/>
          </a:prstGeom>
        </p:spPr>
      </p:pic>
      <p:pic>
        <p:nvPicPr>
          <p:cNvPr id="1026" name="Picture 2" descr="Snort Logo transparent PNG - StickPNG">
            <a:extLst>
              <a:ext uri="{FF2B5EF4-FFF2-40B4-BE49-F238E27FC236}">
                <a16:creationId xmlns:a16="http://schemas.microsoft.com/office/drawing/2014/main" id="{EAEA519A-DE62-46CB-ABAE-12F68BF4DC3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6008" y="1185742"/>
            <a:ext cx="1303092" cy="7092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ABF2340-C765-4AA0-B5EC-56F9E1E031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0133" y="1153573"/>
            <a:ext cx="1917783" cy="723164"/>
          </a:xfrm>
          <a:prstGeom prst="rect">
            <a:avLst/>
          </a:prstGeom>
          <a:noFill/>
          <a:extLst>
            <a:ext uri="{909E8E84-426E-40DD-AFC4-6F175D3DCCD1}">
              <a14:hiddenFill xmlns:a14="http://schemas.microsoft.com/office/drawing/2010/main">
                <a:solidFill>
                  <a:srgbClr val="FFFFFF"/>
                </a:solidFill>
              </a14:hiddenFill>
            </a:ext>
          </a:extLst>
        </p:spPr>
      </p:pic>
      <p:sp>
        <p:nvSpPr>
          <p:cNvPr id="31" name="Google Shape;4800;p67">
            <a:extLst>
              <a:ext uri="{FF2B5EF4-FFF2-40B4-BE49-F238E27FC236}">
                <a16:creationId xmlns:a16="http://schemas.microsoft.com/office/drawing/2014/main" id="{374157EA-C11A-4DA2-B816-2B7638897F0F}"/>
              </a:ext>
            </a:extLst>
          </p:cNvPr>
          <p:cNvSpPr txBox="1"/>
          <p:nvPr/>
        </p:nvSpPr>
        <p:spPr>
          <a:xfrm>
            <a:off x="3299024" y="4299785"/>
            <a:ext cx="1052334" cy="412791"/>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400" b="1" dirty="0">
                <a:solidFill>
                  <a:schemeClr val="dk1"/>
                </a:solidFill>
                <a:latin typeface="Alumni Sans Pinstripe"/>
                <a:ea typeface="Alumni Sans Pinstripe"/>
                <a:cs typeface="Alumni Sans Pinstripe"/>
                <a:sym typeface="Alumni Sans Pinstripe"/>
              </a:rPr>
              <a:t>html</a:t>
            </a:r>
            <a:endParaRPr sz="2400" b="1" dirty="0">
              <a:solidFill>
                <a:schemeClr val="dk1"/>
              </a:solidFill>
              <a:latin typeface="Alumni Sans Pinstripe"/>
              <a:ea typeface="Alumni Sans Pinstripe"/>
              <a:cs typeface="Alumni Sans Pinstripe"/>
              <a:sym typeface="Alumni Sans Pinstripe"/>
            </a:endParaRPr>
          </a:p>
        </p:txBody>
      </p:sp>
      <p:sp>
        <p:nvSpPr>
          <p:cNvPr id="21" name="Google Shape;3811;p48">
            <a:extLst>
              <a:ext uri="{FF2B5EF4-FFF2-40B4-BE49-F238E27FC236}">
                <a16:creationId xmlns:a16="http://schemas.microsoft.com/office/drawing/2014/main" id="{8C7E91D6-2D59-4F38-8A64-0EC272D396CB}"/>
              </a:ext>
            </a:extLst>
          </p:cNvPr>
          <p:cNvSpPr/>
          <p:nvPr/>
        </p:nvSpPr>
        <p:spPr>
          <a:xfrm>
            <a:off x="4679626" y="2709045"/>
            <a:ext cx="295386" cy="29697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43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1"/>
        <p:cNvGrpSpPr/>
        <p:nvPr/>
      </p:nvGrpSpPr>
      <p:grpSpPr>
        <a:xfrm>
          <a:off x="0" y="0"/>
          <a:ext cx="0" cy="0"/>
          <a:chOff x="0" y="0"/>
          <a:chExt cx="0" cy="0"/>
        </a:xfrm>
      </p:grpSpPr>
      <p:grpSp>
        <p:nvGrpSpPr>
          <p:cNvPr id="3892" name="Google Shape;3892;p51"/>
          <p:cNvGrpSpPr/>
          <p:nvPr/>
        </p:nvGrpSpPr>
        <p:grpSpPr>
          <a:xfrm rot="5400000">
            <a:off x="2024953" y="4192723"/>
            <a:ext cx="2227589" cy="726958"/>
            <a:chOff x="6972150" y="711750"/>
            <a:chExt cx="1039375" cy="339193"/>
          </a:xfrm>
        </p:grpSpPr>
        <p:sp>
          <p:nvSpPr>
            <p:cNvPr id="3893" name="Google Shape;3893;p51"/>
            <p:cNvSpPr/>
            <p:nvPr/>
          </p:nvSpPr>
          <p:spPr>
            <a:xfrm>
              <a:off x="7952725"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1"/>
            <p:cNvSpPr/>
            <p:nvPr/>
          </p:nvSpPr>
          <p:spPr>
            <a:xfrm>
              <a:off x="7774438"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51"/>
            <p:cNvSpPr/>
            <p:nvPr/>
          </p:nvSpPr>
          <p:spPr>
            <a:xfrm>
              <a:off x="7596152"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51"/>
            <p:cNvSpPr/>
            <p:nvPr/>
          </p:nvSpPr>
          <p:spPr>
            <a:xfrm>
              <a:off x="7507009"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1"/>
            <p:cNvSpPr/>
            <p:nvPr/>
          </p:nvSpPr>
          <p:spPr>
            <a:xfrm>
              <a:off x="7061293"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1"/>
            <p:cNvSpPr/>
            <p:nvPr/>
          </p:nvSpPr>
          <p:spPr>
            <a:xfrm>
              <a:off x="7150436"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1"/>
            <p:cNvSpPr/>
            <p:nvPr/>
          </p:nvSpPr>
          <p:spPr>
            <a:xfrm>
              <a:off x="6972150" y="711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1"/>
            <p:cNvSpPr/>
            <p:nvPr/>
          </p:nvSpPr>
          <p:spPr>
            <a:xfrm>
              <a:off x="786358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1"/>
            <p:cNvSpPr/>
            <p:nvPr/>
          </p:nvSpPr>
          <p:spPr>
            <a:xfrm>
              <a:off x="795272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1"/>
            <p:cNvSpPr/>
            <p:nvPr/>
          </p:nvSpPr>
          <p:spPr>
            <a:xfrm>
              <a:off x="759615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1"/>
            <p:cNvSpPr/>
            <p:nvPr/>
          </p:nvSpPr>
          <p:spPr>
            <a:xfrm>
              <a:off x="759615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1"/>
            <p:cNvSpPr/>
            <p:nvPr/>
          </p:nvSpPr>
          <p:spPr>
            <a:xfrm>
              <a:off x="7685295"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1"/>
            <p:cNvSpPr/>
            <p:nvPr/>
          </p:nvSpPr>
          <p:spPr>
            <a:xfrm>
              <a:off x="7685295"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1"/>
            <p:cNvSpPr/>
            <p:nvPr/>
          </p:nvSpPr>
          <p:spPr>
            <a:xfrm>
              <a:off x="750700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1"/>
            <p:cNvSpPr/>
            <p:nvPr/>
          </p:nvSpPr>
          <p:spPr>
            <a:xfrm>
              <a:off x="7507009"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1"/>
            <p:cNvSpPr/>
            <p:nvPr/>
          </p:nvSpPr>
          <p:spPr>
            <a:xfrm>
              <a:off x="750700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1"/>
            <p:cNvSpPr/>
            <p:nvPr/>
          </p:nvSpPr>
          <p:spPr>
            <a:xfrm>
              <a:off x="7328722"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1"/>
            <p:cNvSpPr/>
            <p:nvPr/>
          </p:nvSpPr>
          <p:spPr>
            <a:xfrm>
              <a:off x="7328722"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1"/>
            <p:cNvSpPr/>
            <p:nvPr/>
          </p:nvSpPr>
          <p:spPr>
            <a:xfrm>
              <a:off x="7328722"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51"/>
            <p:cNvSpPr/>
            <p:nvPr/>
          </p:nvSpPr>
          <p:spPr>
            <a:xfrm>
              <a:off x="741786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51"/>
            <p:cNvSpPr/>
            <p:nvPr/>
          </p:nvSpPr>
          <p:spPr>
            <a:xfrm>
              <a:off x="741786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1"/>
            <p:cNvSpPr/>
            <p:nvPr/>
          </p:nvSpPr>
          <p:spPr>
            <a:xfrm>
              <a:off x="741786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1"/>
            <p:cNvSpPr/>
            <p:nvPr/>
          </p:nvSpPr>
          <p:spPr>
            <a:xfrm>
              <a:off x="7239579"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1"/>
            <p:cNvSpPr/>
            <p:nvPr/>
          </p:nvSpPr>
          <p:spPr>
            <a:xfrm>
              <a:off x="7239579"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1"/>
            <p:cNvSpPr/>
            <p:nvPr/>
          </p:nvSpPr>
          <p:spPr>
            <a:xfrm>
              <a:off x="7061293"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1"/>
            <p:cNvSpPr/>
            <p:nvPr/>
          </p:nvSpPr>
          <p:spPr>
            <a:xfrm>
              <a:off x="7061293"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1"/>
            <p:cNvSpPr/>
            <p:nvPr/>
          </p:nvSpPr>
          <p:spPr>
            <a:xfrm>
              <a:off x="7150436"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1"/>
            <p:cNvSpPr/>
            <p:nvPr/>
          </p:nvSpPr>
          <p:spPr>
            <a:xfrm>
              <a:off x="7150436"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1"/>
            <p:cNvSpPr/>
            <p:nvPr/>
          </p:nvSpPr>
          <p:spPr>
            <a:xfrm>
              <a:off x="7150436"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1"/>
            <p:cNvSpPr/>
            <p:nvPr/>
          </p:nvSpPr>
          <p:spPr>
            <a:xfrm>
              <a:off x="6972150" y="8053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1"/>
            <p:cNvSpPr/>
            <p:nvPr/>
          </p:nvSpPr>
          <p:spPr>
            <a:xfrm>
              <a:off x="6972150" y="8987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1"/>
            <p:cNvSpPr/>
            <p:nvPr/>
          </p:nvSpPr>
          <p:spPr>
            <a:xfrm>
              <a:off x="6972150" y="9921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5" name="Google Shape;3925;p51"/>
          <p:cNvSpPr txBox="1">
            <a:spLocks noGrp="1"/>
          </p:cNvSpPr>
          <p:nvPr>
            <p:ph type="title"/>
          </p:nvPr>
        </p:nvSpPr>
        <p:spPr>
          <a:xfrm>
            <a:off x="3711775" y="1076938"/>
            <a:ext cx="5061878" cy="3188052"/>
          </a:xfrm>
          <a:prstGeom prst="rect">
            <a:avLst/>
          </a:prstGeom>
        </p:spPr>
        <p:txBody>
          <a:bodyPr spcFirstLastPara="1" wrap="square" lIns="91425" tIns="91425" rIns="91425" bIns="91425" anchor="ctr" anchorCtr="0">
            <a:noAutofit/>
          </a:bodyPr>
          <a:lstStyle/>
          <a:p>
            <a:pPr marL="160858" rtl="0" fontAlgn="base">
              <a:spcBef>
                <a:spcPts val="0"/>
              </a:spcBef>
              <a:spcAft>
                <a:spcPts val="0"/>
              </a:spcAft>
            </a:pPr>
            <a:r>
              <a:rPr lang="fr-FR" sz="6600" b="0" i="0" u="none" strike="noStrike" dirty="0">
                <a:solidFill>
                  <a:schemeClr val="tx1"/>
                </a:solidFill>
                <a:effectLst/>
                <a:latin typeface="Advent Pro" panose="020B0604020202020204" charset="0"/>
              </a:rPr>
              <a:t>Démonstration</a:t>
            </a:r>
          </a:p>
        </p:txBody>
      </p:sp>
      <p:grpSp>
        <p:nvGrpSpPr>
          <p:cNvPr id="3926" name="Google Shape;3926;p51"/>
          <p:cNvGrpSpPr/>
          <p:nvPr/>
        </p:nvGrpSpPr>
        <p:grpSpPr>
          <a:xfrm flipH="1">
            <a:off x="620905" y="607928"/>
            <a:ext cx="2227589" cy="1527191"/>
            <a:chOff x="5519300" y="372750"/>
            <a:chExt cx="1039375" cy="712575"/>
          </a:xfrm>
        </p:grpSpPr>
        <p:sp>
          <p:nvSpPr>
            <p:cNvPr id="3927" name="Google Shape;3927;p51"/>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1"/>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1"/>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1"/>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1"/>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1"/>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1"/>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1"/>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1"/>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1"/>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1"/>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1"/>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1"/>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1"/>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1"/>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1"/>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1"/>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1"/>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1"/>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1"/>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1"/>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1"/>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1"/>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1"/>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1"/>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1"/>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1"/>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1"/>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1"/>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1"/>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1"/>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1"/>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1"/>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51"/>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1"/>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1"/>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1"/>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1"/>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1"/>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1"/>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51"/>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51"/>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1"/>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1"/>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51"/>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51"/>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51"/>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51"/>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51"/>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1"/>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1"/>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51"/>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51"/>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51"/>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1"/>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1"/>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1"/>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1"/>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51"/>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51"/>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51"/>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51"/>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51"/>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51"/>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51"/>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51"/>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51"/>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994" name="Google Shape;3994;p51"/>
          <p:cNvPicPr preferRelativeResize="0"/>
          <p:nvPr/>
        </p:nvPicPr>
        <p:blipFill>
          <a:blip r:embed="rId3">
            <a:alphaModFix/>
          </a:blip>
          <a:stretch>
            <a:fillRect/>
          </a:stretch>
        </p:blipFill>
        <p:spPr>
          <a:xfrm>
            <a:off x="1732774" y="1635148"/>
            <a:ext cx="1602225" cy="2026830"/>
          </a:xfrm>
          <a:prstGeom prst="rect">
            <a:avLst/>
          </a:prstGeom>
          <a:noFill/>
          <a:ln>
            <a:noFill/>
          </a:ln>
        </p:spPr>
      </p:pic>
      <p:pic>
        <p:nvPicPr>
          <p:cNvPr id="3995" name="Google Shape;3995;p51"/>
          <p:cNvPicPr preferRelativeResize="0"/>
          <p:nvPr/>
        </p:nvPicPr>
        <p:blipFill>
          <a:blip r:embed="rId4">
            <a:alphaModFix/>
          </a:blip>
          <a:stretch>
            <a:fillRect/>
          </a:stretch>
        </p:blipFill>
        <p:spPr>
          <a:xfrm>
            <a:off x="768550" y="2909200"/>
            <a:ext cx="1006125" cy="1327069"/>
          </a:xfrm>
          <a:prstGeom prst="rect">
            <a:avLst/>
          </a:prstGeom>
          <a:noFill/>
          <a:ln>
            <a:noFill/>
          </a:ln>
        </p:spPr>
      </p:pic>
      <p:pic>
        <p:nvPicPr>
          <p:cNvPr id="3996" name="Google Shape;3996;p51"/>
          <p:cNvPicPr preferRelativeResize="0"/>
          <p:nvPr/>
        </p:nvPicPr>
        <p:blipFill>
          <a:blip r:embed="rId5">
            <a:alphaModFix/>
          </a:blip>
          <a:stretch>
            <a:fillRect/>
          </a:stretch>
        </p:blipFill>
        <p:spPr>
          <a:xfrm>
            <a:off x="2070409" y="3701531"/>
            <a:ext cx="1209725" cy="867412"/>
          </a:xfrm>
          <a:prstGeom prst="rect">
            <a:avLst/>
          </a:prstGeom>
          <a:noFill/>
          <a:ln>
            <a:noFill/>
          </a:ln>
        </p:spPr>
      </p:pic>
      <p:pic>
        <p:nvPicPr>
          <p:cNvPr id="3997" name="Google Shape;3997;p51"/>
          <p:cNvPicPr preferRelativeResize="0"/>
          <p:nvPr/>
        </p:nvPicPr>
        <p:blipFill>
          <a:blip r:embed="rId5">
            <a:alphaModFix/>
          </a:blip>
          <a:stretch>
            <a:fillRect/>
          </a:stretch>
        </p:blipFill>
        <p:spPr>
          <a:xfrm>
            <a:off x="362050" y="1593172"/>
            <a:ext cx="1209725" cy="867400"/>
          </a:xfrm>
          <a:prstGeom prst="rect">
            <a:avLst/>
          </a:prstGeom>
          <a:noFill/>
          <a:ln>
            <a:noFill/>
          </a:ln>
        </p:spPr>
      </p:pic>
      <p:pic>
        <p:nvPicPr>
          <p:cNvPr id="3998" name="Google Shape;3998;p51"/>
          <p:cNvPicPr preferRelativeResize="0"/>
          <p:nvPr/>
        </p:nvPicPr>
        <p:blipFill>
          <a:blip r:embed="rId5">
            <a:alphaModFix/>
          </a:blip>
          <a:stretch>
            <a:fillRect/>
          </a:stretch>
        </p:blipFill>
        <p:spPr>
          <a:xfrm>
            <a:off x="2192445" y="1026182"/>
            <a:ext cx="1602225" cy="1148801"/>
          </a:xfrm>
          <a:prstGeom prst="rect">
            <a:avLst/>
          </a:prstGeom>
          <a:noFill/>
          <a:ln>
            <a:noFill/>
          </a:ln>
        </p:spPr>
      </p:pic>
      <p:grpSp>
        <p:nvGrpSpPr>
          <p:cNvPr id="3999" name="Google Shape;3999;p51"/>
          <p:cNvGrpSpPr/>
          <p:nvPr/>
        </p:nvGrpSpPr>
        <p:grpSpPr>
          <a:xfrm>
            <a:off x="7721255" y="539314"/>
            <a:ext cx="709249" cy="339196"/>
            <a:chOff x="5265975" y="1869575"/>
            <a:chExt cx="269400" cy="128825"/>
          </a:xfrm>
        </p:grpSpPr>
        <p:cxnSp>
          <p:nvCxnSpPr>
            <p:cNvPr id="4000" name="Google Shape;4000;p51"/>
            <p:cNvCxnSpPr/>
            <p:nvPr/>
          </p:nvCxnSpPr>
          <p:spPr>
            <a:xfrm>
              <a:off x="5265975" y="1869575"/>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1" name="Google Shape;4001;p51"/>
            <p:cNvCxnSpPr/>
            <p:nvPr/>
          </p:nvCxnSpPr>
          <p:spPr>
            <a:xfrm>
              <a:off x="5265975" y="1901781"/>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2" name="Google Shape;4002;p51"/>
            <p:cNvCxnSpPr/>
            <p:nvPr/>
          </p:nvCxnSpPr>
          <p:spPr>
            <a:xfrm>
              <a:off x="5265975" y="1933988"/>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3" name="Google Shape;4003;p51"/>
            <p:cNvCxnSpPr/>
            <p:nvPr/>
          </p:nvCxnSpPr>
          <p:spPr>
            <a:xfrm>
              <a:off x="5265975" y="1966194"/>
              <a:ext cx="269400" cy="0"/>
            </a:xfrm>
            <a:prstGeom prst="straightConnector1">
              <a:avLst/>
            </a:prstGeom>
            <a:noFill/>
            <a:ln w="9525" cap="flat" cmpd="sng">
              <a:solidFill>
                <a:schemeClr val="dk1"/>
              </a:solidFill>
              <a:prstDash val="solid"/>
              <a:round/>
              <a:headEnd type="none" w="med" len="med"/>
              <a:tailEnd type="none" w="med" len="med"/>
            </a:ln>
          </p:spPr>
        </p:cxnSp>
        <p:cxnSp>
          <p:nvCxnSpPr>
            <p:cNvPr id="4004" name="Google Shape;4004;p51"/>
            <p:cNvCxnSpPr/>
            <p:nvPr/>
          </p:nvCxnSpPr>
          <p:spPr>
            <a:xfrm>
              <a:off x="5265975" y="1998400"/>
              <a:ext cx="2694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682595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08"/>
        <p:cNvGrpSpPr/>
        <p:nvPr/>
      </p:nvGrpSpPr>
      <p:grpSpPr>
        <a:xfrm>
          <a:off x="0" y="0"/>
          <a:ext cx="0" cy="0"/>
          <a:chOff x="0" y="0"/>
          <a:chExt cx="0" cy="0"/>
        </a:xfrm>
      </p:grpSpPr>
      <p:sp>
        <p:nvSpPr>
          <p:cNvPr id="4009" name="Google Shape;4009;p52"/>
          <p:cNvSpPr/>
          <p:nvPr/>
        </p:nvSpPr>
        <p:spPr>
          <a:xfrm>
            <a:off x="6976799" y="-154018"/>
            <a:ext cx="3360600" cy="3360600"/>
          </a:xfrm>
          <a:prstGeom prst="blockArc">
            <a:avLst>
              <a:gd name="adj1" fmla="val 2830785"/>
              <a:gd name="adj2" fmla="val 18189627"/>
              <a:gd name="adj3" fmla="val 10260"/>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10" name="Google Shape;4010;p52"/>
          <p:cNvPicPr preferRelativeResize="0"/>
          <p:nvPr/>
        </p:nvPicPr>
        <p:blipFill>
          <a:blip r:embed="rId3">
            <a:alphaModFix/>
          </a:blip>
          <a:stretch>
            <a:fillRect/>
          </a:stretch>
        </p:blipFill>
        <p:spPr>
          <a:xfrm>
            <a:off x="5539525" y="2862637"/>
            <a:ext cx="2878150" cy="1916850"/>
          </a:xfrm>
          <a:prstGeom prst="rect">
            <a:avLst/>
          </a:prstGeom>
          <a:noFill/>
          <a:ln>
            <a:noFill/>
          </a:ln>
        </p:spPr>
      </p:pic>
      <p:sp>
        <p:nvSpPr>
          <p:cNvPr id="4011" name="Google Shape;4011;p52"/>
          <p:cNvSpPr txBox="1">
            <a:spLocks noGrp="1"/>
          </p:cNvSpPr>
          <p:nvPr>
            <p:ph type="title"/>
          </p:nvPr>
        </p:nvSpPr>
        <p:spPr>
          <a:xfrm>
            <a:off x="1955480" y="612747"/>
            <a:ext cx="5532300" cy="5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4400" dirty="0">
                <a:effectLst/>
                <a:latin typeface="Alumni Sans Pinstripe" pitchFamily="2" charset="0"/>
                <a:ea typeface="Calibri" panose="020F0502020204030204" pitchFamily="34" charset="0"/>
                <a:cs typeface="Arial" panose="020B0604020202020204" pitchFamily="34" charset="0"/>
              </a:rPr>
              <a:t>Conclusion </a:t>
            </a:r>
            <a:endParaRPr sz="4400" dirty="0">
              <a:latin typeface="Alumni Sans Pinstripe" pitchFamily="2" charset="0"/>
            </a:endParaRPr>
          </a:p>
        </p:txBody>
      </p:sp>
      <p:pic>
        <p:nvPicPr>
          <p:cNvPr id="4013" name="Google Shape;4013;p52"/>
          <p:cNvPicPr preferRelativeResize="0"/>
          <p:nvPr/>
        </p:nvPicPr>
        <p:blipFill>
          <a:blip r:embed="rId4">
            <a:alphaModFix/>
          </a:blip>
          <a:stretch>
            <a:fillRect/>
          </a:stretch>
        </p:blipFill>
        <p:spPr>
          <a:xfrm>
            <a:off x="6253577" y="2195272"/>
            <a:ext cx="1450050" cy="2295457"/>
          </a:xfrm>
          <a:prstGeom prst="rect">
            <a:avLst/>
          </a:prstGeom>
          <a:noFill/>
          <a:ln>
            <a:noFill/>
          </a:ln>
        </p:spPr>
      </p:pic>
      <p:grpSp>
        <p:nvGrpSpPr>
          <p:cNvPr id="4014" name="Google Shape;4014;p52"/>
          <p:cNvGrpSpPr/>
          <p:nvPr/>
        </p:nvGrpSpPr>
        <p:grpSpPr>
          <a:xfrm>
            <a:off x="393883" y="4234869"/>
            <a:ext cx="2227588" cy="726522"/>
            <a:chOff x="3799000" y="1820400"/>
            <a:chExt cx="1039375" cy="338989"/>
          </a:xfrm>
        </p:grpSpPr>
        <p:sp>
          <p:nvSpPr>
            <p:cNvPr id="4015" name="Google Shape;4015;p52"/>
            <p:cNvSpPr/>
            <p:nvPr/>
          </p:nvSpPr>
          <p:spPr>
            <a:xfrm>
              <a:off x="469043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52"/>
            <p:cNvSpPr/>
            <p:nvPr/>
          </p:nvSpPr>
          <p:spPr>
            <a:xfrm>
              <a:off x="469043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52"/>
            <p:cNvSpPr/>
            <p:nvPr/>
          </p:nvSpPr>
          <p:spPr>
            <a:xfrm>
              <a:off x="477957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52"/>
            <p:cNvSpPr/>
            <p:nvPr/>
          </p:nvSpPr>
          <p:spPr>
            <a:xfrm>
              <a:off x="4601288"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52"/>
            <p:cNvSpPr/>
            <p:nvPr/>
          </p:nvSpPr>
          <p:spPr>
            <a:xfrm>
              <a:off x="442300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52"/>
            <p:cNvSpPr/>
            <p:nvPr/>
          </p:nvSpPr>
          <p:spPr>
            <a:xfrm>
              <a:off x="442300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52"/>
            <p:cNvSpPr/>
            <p:nvPr/>
          </p:nvSpPr>
          <p:spPr>
            <a:xfrm>
              <a:off x="442300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52"/>
            <p:cNvSpPr/>
            <p:nvPr/>
          </p:nvSpPr>
          <p:spPr>
            <a:xfrm>
              <a:off x="4512145"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52"/>
            <p:cNvSpPr/>
            <p:nvPr/>
          </p:nvSpPr>
          <p:spPr>
            <a:xfrm>
              <a:off x="4512145"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52"/>
            <p:cNvSpPr/>
            <p:nvPr/>
          </p:nvSpPr>
          <p:spPr>
            <a:xfrm>
              <a:off x="4512145"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52"/>
            <p:cNvSpPr/>
            <p:nvPr/>
          </p:nvSpPr>
          <p:spPr>
            <a:xfrm>
              <a:off x="433385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52"/>
            <p:cNvSpPr/>
            <p:nvPr/>
          </p:nvSpPr>
          <p:spPr>
            <a:xfrm>
              <a:off x="4333859"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52"/>
            <p:cNvSpPr/>
            <p:nvPr/>
          </p:nvSpPr>
          <p:spPr>
            <a:xfrm>
              <a:off x="433385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52"/>
            <p:cNvSpPr/>
            <p:nvPr/>
          </p:nvSpPr>
          <p:spPr>
            <a:xfrm>
              <a:off x="433385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52"/>
            <p:cNvSpPr/>
            <p:nvPr/>
          </p:nvSpPr>
          <p:spPr>
            <a:xfrm>
              <a:off x="4155572"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52"/>
            <p:cNvSpPr/>
            <p:nvPr/>
          </p:nvSpPr>
          <p:spPr>
            <a:xfrm>
              <a:off x="4155572"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52"/>
            <p:cNvSpPr/>
            <p:nvPr/>
          </p:nvSpPr>
          <p:spPr>
            <a:xfrm>
              <a:off x="4155572"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52"/>
            <p:cNvSpPr/>
            <p:nvPr/>
          </p:nvSpPr>
          <p:spPr>
            <a:xfrm>
              <a:off x="4155572"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52"/>
            <p:cNvSpPr/>
            <p:nvPr/>
          </p:nvSpPr>
          <p:spPr>
            <a:xfrm>
              <a:off x="424471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52"/>
            <p:cNvSpPr/>
            <p:nvPr/>
          </p:nvSpPr>
          <p:spPr>
            <a:xfrm>
              <a:off x="424471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52"/>
            <p:cNvSpPr/>
            <p:nvPr/>
          </p:nvSpPr>
          <p:spPr>
            <a:xfrm>
              <a:off x="424471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52"/>
            <p:cNvSpPr/>
            <p:nvPr/>
          </p:nvSpPr>
          <p:spPr>
            <a:xfrm>
              <a:off x="424471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52"/>
            <p:cNvSpPr/>
            <p:nvPr/>
          </p:nvSpPr>
          <p:spPr>
            <a:xfrm>
              <a:off x="4066429"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52"/>
            <p:cNvSpPr/>
            <p:nvPr/>
          </p:nvSpPr>
          <p:spPr>
            <a:xfrm>
              <a:off x="4066429"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52"/>
            <p:cNvSpPr/>
            <p:nvPr/>
          </p:nvSpPr>
          <p:spPr>
            <a:xfrm>
              <a:off x="4066429"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52"/>
            <p:cNvSpPr/>
            <p:nvPr/>
          </p:nvSpPr>
          <p:spPr>
            <a:xfrm>
              <a:off x="3888143"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52"/>
            <p:cNvSpPr/>
            <p:nvPr/>
          </p:nvSpPr>
          <p:spPr>
            <a:xfrm>
              <a:off x="3888143"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52"/>
            <p:cNvSpPr/>
            <p:nvPr/>
          </p:nvSpPr>
          <p:spPr>
            <a:xfrm>
              <a:off x="3888143"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52"/>
            <p:cNvSpPr/>
            <p:nvPr/>
          </p:nvSpPr>
          <p:spPr>
            <a:xfrm>
              <a:off x="3977286"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52"/>
            <p:cNvSpPr/>
            <p:nvPr/>
          </p:nvSpPr>
          <p:spPr>
            <a:xfrm>
              <a:off x="3977286"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52"/>
            <p:cNvSpPr/>
            <p:nvPr/>
          </p:nvSpPr>
          <p:spPr>
            <a:xfrm>
              <a:off x="3977286"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52"/>
            <p:cNvSpPr/>
            <p:nvPr/>
          </p:nvSpPr>
          <p:spPr>
            <a:xfrm>
              <a:off x="3977286"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52"/>
            <p:cNvSpPr/>
            <p:nvPr/>
          </p:nvSpPr>
          <p:spPr>
            <a:xfrm>
              <a:off x="3799000" y="182040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52"/>
            <p:cNvSpPr/>
            <p:nvPr/>
          </p:nvSpPr>
          <p:spPr>
            <a:xfrm>
              <a:off x="3799000" y="191379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52"/>
            <p:cNvSpPr/>
            <p:nvPr/>
          </p:nvSpPr>
          <p:spPr>
            <a:xfrm>
              <a:off x="3799000" y="200719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52"/>
            <p:cNvSpPr/>
            <p:nvPr/>
          </p:nvSpPr>
          <p:spPr>
            <a:xfrm>
              <a:off x="3799000" y="210058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1" name="Google Shape;4051;p52"/>
          <p:cNvSpPr/>
          <p:nvPr/>
        </p:nvSpPr>
        <p:spPr>
          <a:xfrm rot="-5400000">
            <a:off x="1706050" y="-1820377"/>
            <a:ext cx="2353500" cy="2353500"/>
          </a:xfrm>
          <a:prstGeom prst="blockArc">
            <a:avLst>
              <a:gd name="adj1" fmla="val 2830785"/>
              <a:gd name="adj2" fmla="val 18113610"/>
              <a:gd name="adj3" fmla="val 14852"/>
            </a:avLst>
          </a:prstGeom>
          <a:gradFill>
            <a:gsLst>
              <a:gs pos="0">
                <a:srgbClr val="006685"/>
              </a:gs>
              <a:gs pos="100000">
                <a:srgbClr val="01010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52"/>
          <p:cNvSpPr/>
          <p:nvPr/>
        </p:nvSpPr>
        <p:spPr>
          <a:xfrm>
            <a:off x="1688700" y="-1820500"/>
            <a:ext cx="2071200" cy="2071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3" name="Google Shape;4053;p52"/>
          <p:cNvPicPr preferRelativeResize="0"/>
          <p:nvPr/>
        </p:nvPicPr>
        <p:blipFill>
          <a:blip r:embed="rId5">
            <a:alphaModFix/>
          </a:blip>
          <a:stretch>
            <a:fillRect/>
          </a:stretch>
        </p:blipFill>
        <p:spPr>
          <a:xfrm>
            <a:off x="4914092" y="3984491"/>
            <a:ext cx="1362425" cy="976900"/>
          </a:xfrm>
          <a:prstGeom prst="rect">
            <a:avLst/>
          </a:prstGeom>
          <a:noFill/>
          <a:ln>
            <a:noFill/>
          </a:ln>
        </p:spPr>
      </p:pic>
      <p:sp>
        <p:nvSpPr>
          <p:cNvPr id="4054" name="Google Shape;4054;p52"/>
          <p:cNvSpPr/>
          <p:nvPr/>
        </p:nvSpPr>
        <p:spPr>
          <a:xfrm>
            <a:off x="6952026" y="-154026"/>
            <a:ext cx="2957400" cy="2958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5" name="Google Shape;4055;p52"/>
          <p:cNvPicPr preferRelativeResize="0"/>
          <p:nvPr/>
        </p:nvPicPr>
        <p:blipFill>
          <a:blip r:embed="rId6">
            <a:alphaModFix/>
          </a:blip>
          <a:stretch>
            <a:fillRect/>
          </a:stretch>
        </p:blipFill>
        <p:spPr>
          <a:xfrm>
            <a:off x="7668350" y="1683350"/>
            <a:ext cx="1052702" cy="1331675"/>
          </a:xfrm>
          <a:prstGeom prst="rect">
            <a:avLst/>
          </a:prstGeom>
          <a:noFill/>
          <a:ln>
            <a:noFill/>
          </a:ln>
        </p:spPr>
      </p:pic>
      <p:pic>
        <p:nvPicPr>
          <p:cNvPr id="4056" name="Google Shape;4056;p52"/>
          <p:cNvPicPr preferRelativeResize="0"/>
          <p:nvPr/>
        </p:nvPicPr>
        <p:blipFill>
          <a:blip r:embed="rId7">
            <a:alphaModFix/>
          </a:blip>
          <a:stretch>
            <a:fillRect/>
          </a:stretch>
        </p:blipFill>
        <p:spPr>
          <a:xfrm>
            <a:off x="6790800" y="356287"/>
            <a:ext cx="1006125" cy="1327069"/>
          </a:xfrm>
          <a:prstGeom prst="rect">
            <a:avLst/>
          </a:prstGeom>
          <a:noFill/>
          <a:ln>
            <a:noFill/>
          </a:ln>
        </p:spPr>
      </p:pic>
      <p:sp>
        <p:nvSpPr>
          <p:cNvPr id="4012" name="Google Shape;4012;p52"/>
          <p:cNvSpPr txBox="1">
            <a:spLocks noGrp="1"/>
          </p:cNvSpPr>
          <p:nvPr>
            <p:ph type="subTitle" idx="1"/>
          </p:nvPr>
        </p:nvSpPr>
        <p:spPr>
          <a:xfrm>
            <a:off x="103868" y="1766878"/>
            <a:ext cx="5532300" cy="1569900"/>
          </a:xfrm>
          <a:prstGeom prst="rect">
            <a:avLst/>
          </a:prstGeom>
        </p:spPr>
        <p:txBody>
          <a:bodyPr spcFirstLastPara="1" wrap="square" lIns="91425" tIns="91425" rIns="91425" bIns="91425" anchor="b" anchorCtr="0">
            <a:noAutofit/>
          </a:bodyPr>
          <a:lstStyle/>
          <a:p>
            <a:pPr>
              <a:lnSpc>
                <a:spcPct val="107000"/>
              </a:lnSpc>
              <a:spcAft>
                <a:spcPts val="800"/>
              </a:spcAft>
            </a:pPr>
            <a:r>
              <a:rPr lang="fr-FR" sz="1600" dirty="0">
                <a:effectLst/>
                <a:latin typeface="Advent Pro" panose="02000506040000020004" pitchFamily="2" charset="0"/>
                <a:ea typeface="Times New Roman" panose="02020603050405020304" pitchFamily="18" charset="0"/>
              </a:rPr>
              <a:t>Le développement d'un système de détection d'intrusions basé sur l'apprentissage automatique représente une étape cruciale dans la lutte contre les cybermenaces. Cette approche innovante offre une protection efficace, évolutive et adaptative face à l'évolution constante des techniques d'attaque. </a:t>
            </a:r>
          </a:p>
        </p:txBody>
      </p:sp>
      <p:sp>
        <p:nvSpPr>
          <p:cNvPr id="52" name="Google Shape;4149;p54">
            <a:extLst>
              <a:ext uri="{FF2B5EF4-FFF2-40B4-BE49-F238E27FC236}">
                <a16:creationId xmlns:a16="http://schemas.microsoft.com/office/drawing/2014/main" id="{BA0870E2-EFE3-4DCF-A15D-204F659BA4B0}"/>
              </a:ext>
            </a:extLst>
          </p:cNvPr>
          <p:cNvSpPr/>
          <p:nvPr/>
        </p:nvSpPr>
        <p:spPr>
          <a:xfrm>
            <a:off x="710954" y="699955"/>
            <a:ext cx="1125412" cy="933784"/>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ZoneTexte 53">
            <a:extLst>
              <a:ext uri="{FF2B5EF4-FFF2-40B4-BE49-F238E27FC236}">
                <a16:creationId xmlns:a16="http://schemas.microsoft.com/office/drawing/2014/main" id="{83A0EF3E-9AE2-432E-BDEE-B0DDD8FC15C4}"/>
              </a:ext>
            </a:extLst>
          </p:cNvPr>
          <p:cNvSpPr txBox="1"/>
          <p:nvPr/>
        </p:nvSpPr>
        <p:spPr>
          <a:xfrm>
            <a:off x="949226" y="893092"/>
            <a:ext cx="564643" cy="461665"/>
          </a:xfrm>
          <a:prstGeom prst="rect">
            <a:avLst/>
          </a:prstGeom>
          <a:noFill/>
        </p:spPr>
        <p:txBody>
          <a:bodyPr wrap="square">
            <a:spAutoFit/>
          </a:bodyPr>
          <a:lstStyle/>
          <a:p>
            <a:pPr algn="ctr"/>
            <a:r>
              <a:rPr lang="en" sz="2400" dirty="0">
                <a:solidFill>
                  <a:schemeClr val="accent5"/>
                </a:solidFill>
              </a:rPr>
              <a:t>05</a:t>
            </a:r>
          </a:p>
        </p:txBody>
      </p:sp>
    </p:spTree>
    <p:extLst>
      <p:ext uri="{BB962C8B-B14F-4D97-AF65-F5344CB8AC3E}">
        <p14:creationId xmlns:p14="http://schemas.microsoft.com/office/powerpoint/2010/main" val="3114541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93"/>
        <p:cNvGrpSpPr/>
        <p:nvPr/>
      </p:nvGrpSpPr>
      <p:grpSpPr>
        <a:xfrm>
          <a:off x="0" y="0"/>
          <a:ext cx="0" cy="0"/>
          <a:chOff x="0" y="0"/>
          <a:chExt cx="0" cy="0"/>
        </a:xfrm>
      </p:grpSpPr>
      <p:sp>
        <p:nvSpPr>
          <p:cNvPr id="4994" name="Google Shape;4994;p72"/>
          <p:cNvSpPr/>
          <p:nvPr/>
        </p:nvSpPr>
        <p:spPr>
          <a:xfrm>
            <a:off x="2863313" y="-602775"/>
            <a:ext cx="1812300" cy="1812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5" name="Google Shape;4995;p72"/>
          <p:cNvGrpSpPr/>
          <p:nvPr/>
        </p:nvGrpSpPr>
        <p:grpSpPr>
          <a:xfrm>
            <a:off x="1647529" y="2125441"/>
            <a:ext cx="2227588" cy="726522"/>
            <a:chOff x="3620725" y="372750"/>
            <a:chExt cx="1039375" cy="338989"/>
          </a:xfrm>
        </p:grpSpPr>
        <p:sp>
          <p:nvSpPr>
            <p:cNvPr id="4996" name="Google Shape;4996;p72"/>
            <p:cNvSpPr/>
            <p:nvPr/>
          </p:nvSpPr>
          <p:spPr>
            <a:xfrm>
              <a:off x="451215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72"/>
            <p:cNvSpPr/>
            <p:nvPr/>
          </p:nvSpPr>
          <p:spPr>
            <a:xfrm>
              <a:off x="451215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72"/>
            <p:cNvSpPr/>
            <p:nvPr/>
          </p:nvSpPr>
          <p:spPr>
            <a:xfrm>
              <a:off x="451215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72"/>
            <p:cNvSpPr/>
            <p:nvPr/>
          </p:nvSpPr>
          <p:spPr>
            <a:xfrm>
              <a:off x="460130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72"/>
            <p:cNvSpPr/>
            <p:nvPr/>
          </p:nvSpPr>
          <p:spPr>
            <a:xfrm>
              <a:off x="460130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72"/>
            <p:cNvSpPr/>
            <p:nvPr/>
          </p:nvSpPr>
          <p:spPr>
            <a:xfrm>
              <a:off x="4423013"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72"/>
            <p:cNvSpPr/>
            <p:nvPr/>
          </p:nvSpPr>
          <p:spPr>
            <a:xfrm>
              <a:off x="442301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72"/>
            <p:cNvSpPr/>
            <p:nvPr/>
          </p:nvSpPr>
          <p:spPr>
            <a:xfrm>
              <a:off x="442301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72"/>
            <p:cNvSpPr/>
            <p:nvPr/>
          </p:nvSpPr>
          <p:spPr>
            <a:xfrm>
              <a:off x="442301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72"/>
            <p:cNvSpPr/>
            <p:nvPr/>
          </p:nvSpPr>
          <p:spPr>
            <a:xfrm>
              <a:off x="424472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72"/>
            <p:cNvSpPr/>
            <p:nvPr/>
          </p:nvSpPr>
          <p:spPr>
            <a:xfrm>
              <a:off x="424472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72"/>
            <p:cNvSpPr/>
            <p:nvPr/>
          </p:nvSpPr>
          <p:spPr>
            <a:xfrm>
              <a:off x="4333870"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72"/>
            <p:cNvSpPr/>
            <p:nvPr/>
          </p:nvSpPr>
          <p:spPr>
            <a:xfrm>
              <a:off x="4333870"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72"/>
            <p:cNvSpPr/>
            <p:nvPr/>
          </p:nvSpPr>
          <p:spPr>
            <a:xfrm>
              <a:off x="433387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72"/>
            <p:cNvSpPr/>
            <p:nvPr/>
          </p:nvSpPr>
          <p:spPr>
            <a:xfrm>
              <a:off x="4333870"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72"/>
            <p:cNvSpPr/>
            <p:nvPr/>
          </p:nvSpPr>
          <p:spPr>
            <a:xfrm>
              <a:off x="415558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72"/>
            <p:cNvSpPr/>
            <p:nvPr/>
          </p:nvSpPr>
          <p:spPr>
            <a:xfrm>
              <a:off x="415558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72"/>
            <p:cNvSpPr/>
            <p:nvPr/>
          </p:nvSpPr>
          <p:spPr>
            <a:xfrm>
              <a:off x="415558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72"/>
            <p:cNvSpPr/>
            <p:nvPr/>
          </p:nvSpPr>
          <p:spPr>
            <a:xfrm>
              <a:off x="415558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72"/>
            <p:cNvSpPr/>
            <p:nvPr/>
          </p:nvSpPr>
          <p:spPr>
            <a:xfrm>
              <a:off x="3977297"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72"/>
            <p:cNvSpPr/>
            <p:nvPr/>
          </p:nvSpPr>
          <p:spPr>
            <a:xfrm>
              <a:off x="3977297"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72"/>
            <p:cNvSpPr/>
            <p:nvPr/>
          </p:nvSpPr>
          <p:spPr>
            <a:xfrm>
              <a:off x="3977297"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72"/>
            <p:cNvSpPr/>
            <p:nvPr/>
          </p:nvSpPr>
          <p:spPr>
            <a:xfrm>
              <a:off x="406644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72"/>
            <p:cNvSpPr/>
            <p:nvPr/>
          </p:nvSpPr>
          <p:spPr>
            <a:xfrm>
              <a:off x="406644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72"/>
            <p:cNvSpPr/>
            <p:nvPr/>
          </p:nvSpPr>
          <p:spPr>
            <a:xfrm>
              <a:off x="406644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72"/>
            <p:cNvSpPr/>
            <p:nvPr/>
          </p:nvSpPr>
          <p:spPr>
            <a:xfrm>
              <a:off x="3888154"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72"/>
            <p:cNvSpPr/>
            <p:nvPr/>
          </p:nvSpPr>
          <p:spPr>
            <a:xfrm>
              <a:off x="3888154"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72"/>
            <p:cNvSpPr/>
            <p:nvPr/>
          </p:nvSpPr>
          <p:spPr>
            <a:xfrm>
              <a:off x="3888154"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72"/>
            <p:cNvSpPr/>
            <p:nvPr/>
          </p:nvSpPr>
          <p:spPr>
            <a:xfrm>
              <a:off x="3888154"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72"/>
            <p:cNvSpPr/>
            <p:nvPr/>
          </p:nvSpPr>
          <p:spPr>
            <a:xfrm>
              <a:off x="370986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72"/>
            <p:cNvSpPr/>
            <p:nvPr/>
          </p:nvSpPr>
          <p:spPr>
            <a:xfrm>
              <a:off x="370986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72"/>
            <p:cNvSpPr/>
            <p:nvPr/>
          </p:nvSpPr>
          <p:spPr>
            <a:xfrm>
              <a:off x="370986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72"/>
            <p:cNvSpPr/>
            <p:nvPr/>
          </p:nvSpPr>
          <p:spPr>
            <a:xfrm>
              <a:off x="3799011"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72"/>
            <p:cNvSpPr/>
            <p:nvPr/>
          </p:nvSpPr>
          <p:spPr>
            <a:xfrm>
              <a:off x="3799011"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72"/>
            <p:cNvSpPr/>
            <p:nvPr/>
          </p:nvSpPr>
          <p:spPr>
            <a:xfrm>
              <a:off x="3799011"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72"/>
            <p:cNvSpPr/>
            <p:nvPr/>
          </p:nvSpPr>
          <p:spPr>
            <a:xfrm>
              <a:off x="3799011"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72"/>
            <p:cNvSpPr/>
            <p:nvPr/>
          </p:nvSpPr>
          <p:spPr>
            <a:xfrm>
              <a:off x="362072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3" name="Google Shape;5033;p72"/>
          <p:cNvGrpSpPr/>
          <p:nvPr/>
        </p:nvGrpSpPr>
        <p:grpSpPr>
          <a:xfrm>
            <a:off x="380255" y="402716"/>
            <a:ext cx="2227589" cy="1527191"/>
            <a:chOff x="5519300" y="372750"/>
            <a:chExt cx="1039375" cy="712575"/>
          </a:xfrm>
        </p:grpSpPr>
        <p:sp>
          <p:nvSpPr>
            <p:cNvPr id="5034" name="Google Shape;5034;p72"/>
            <p:cNvSpPr/>
            <p:nvPr/>
          </p:nvSpPr>
          <p:spPr>
            <a:xfrm>
              <a:off x="641073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72"/>
            <p:cNvSpPr/>
            <p:nvPr/>
          </p:nvSpPr>
          <p:spPr>
            <a:xfrm>
              <a:off x="641073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72"/>
            <p:cNvSpPr/>
            <p:nvPr/>
          </p:nvSpPr>
          <p:spPr>
            <a:xfrm>
              <a:off x="641073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72"/>
            <p:cNvSpPr/>
            <p:nvPr/>
          </p:nvSpPr>
          <p:spPr>
            <a:xfrm>
              <a:off x="641073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72"/>
            <p:cNvSpPr/>
            <p:nvPr/>
          </p:nvSpPr>
          <p:spPr>
            <a:xfrm>
              <a:off x="649987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72"/>
            <p:cNvSpPr/>
            <p:nvPr/>
          </p:nvSpPr>
          <p:spPr>
            <a:xfrm>
              <a:off x="649987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72"/>
            <p:cNvSpPr/>
            <p:nvPr/>
          </p:nvSpPr>
          <p:spPr>
            <a:xfrm>
              <a:off x="649987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72"/>
            <p:cNvSpPr/>
            <p:nvPr/>
          </p:nvSpPr>
          <p:spPr>
            <a:xfrm>
              <a:off x="649987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72"/>
            <p:cNvSpPr/>
            <p:nvPr/>
          </p:nvSpPr>
          <p:spPr>
            <a:xfrm>
              <a:off x="6499875"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72"/>
            <p:cNvSpPr/>
            <p:nvPr/>
          </p:nvSpPr>
          <p:spPr>
            <a:xfrm>
              <a:off x="6321588"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72"/>
            <p:cNvSpPr/>
            <p:nvPr/>
          </p:nvSpPr>
          <p:spPr>
            <a:xfrm>
              <a:off x="6321588"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72"/>
            <p:cNvSpPr/>
            <p:nvPr/>
          </p:nvSpPr>
          <p:spPr>
            <a:xfrm>
              <a:off x="6321588"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72"/>
            <p:cNvSpPr/>
            <p:nvPr/>
          </p:nvSpPr>
          <p:spPr>
            <a:xfrm>
              <a:off x="6321588"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72"/>
            <p:cNvSpPr/>
            <p:nvPr/>
          </p:nvSpPr>
          <p:spPr>
            <a:xfrm>
              <a:off x="6321588"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72"/>
            <p:cNvSpPr/>
            <p:nvPr/>
          </p:nvSpPr>
          <p:spPr>
            <a:xfrm>
              <a:off x="6321588"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72"/>
            <p:cNvSpPr/>
            <p:nvPr/>
          </p:nvSpPr>
          <p:spPr>
            <a:xfrm>
              <a:off x="614330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72"/>
            <p:cNvSpPr/>
            <p:nvPr/>
          </p:nvSpPr>
          <p:spPr>
            <a:xfrm>
              <a:off x="614330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72"/>
            <p:cNvSpPr/>
            <p:nvPr/>
          </p:nvSpPr>
          <p:spPr>
            <a:xfrm>
              <a:off x="6143302"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72"/>
            <p:cNvSpPr/>
            <p:nvPr/>
          </p:nvSpPr>
          <p:spPr>
            <a:xfrm>
              <a:off x="6143302"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72"/>
            <p:cNvSpPr/>
            <p:nvPr/>
          </p:nvSpPr>
          <p:spPr>
            <a:xfrm>
              <a:off x="6143302"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72"/>
            <p:cNvSpPr/>
            <p:nvPr/>
          </p:nvSpPr>
          <p:spPr>
            <a:xfrm>
              <a:off x="6232445"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72"/>
            <p:cNvSpPr/>
            <p:nvPr/>
          </p:nvSpPr>
          <p:spPr>
            <a:xfrm>
              <a:off x="6232445"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72"/>
            <p:cNvSpPr/>
            <p:nvPr/>
          </p:nvSpPr>
          <p:spPr>
            <a:xfrm>
              <a:off x="6232445"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72"/>
            <p:cNvSpPr/>
            <p:nvPr/>
          </p:nvSpPr>
          <p:spPr>
            <a:xfrm>
              <a:off x="6232445"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72"/>
            <p:cNvSpPr/>
            <p:nvPr/>
          </p:nvSpPr>
          <p:spPr>
            <a:xfrm>
              <a:off x="6232445"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72"/>
            <p:cNvSpPr/>
            <p:nvPr/>
          </p:nvSpPr>
          <p:spPr>
            <a:xfrm>
              <a:off x="6232445"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72"/>
            <p:cNvSpPr/>
            <p:nvPr/>
          </p:nvSpPr>
          <p:spPr>
            <a:xfrm>
              <a:off x="605415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72"/>
            <p:cNvSpPr/>
            <p:nvPr/>
          </p:nvSpPr>
          <p:spPr>
            <a:xfrm>
              <a:off x="605415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72"/>
            <p:cNvSpPr/>
            <p:nvPr/>
          </p:nvSpPr>
          <p:spPr>
            <a:xfrm>
              <a:off x="605415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72"/>
            <p:cNvSpPr/>
            <p:nvPr/>
          </p:nvSpPr>
          <p:spPr>
            <a:xfrm>
              <a:off x="605415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72"/>
            <p:cNvSpPr/>
            <p:nvPr/>
          </p:nvSpPr>
          <p:spPr>
            <a:xfrm>
              <a:off x="605415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72"/>
            <p:cNvSpPr/>
            <p:nvPr/>
          </p:nvSpPr>
          <p:spPr>
            <a:xfrm>
              <a:off x="605415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72"/>
            <p:cNvSpPr/>
            <p:nvPr/>
          </p:nvSpPr>
          <p:spPr>
            <a:xfrm>
              <a:off x="6054159"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72"/>
            <p:cNvSpPr/>
            <p:nvPr/>
          </p:nvSpPr>
          <p:spPr>
            <a:xfrm>
              <a:off x="5875872"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72"/>
            <p:cNvSpPr/>
            <p:nvPr/>
          </p:nvSpPr>
          <p:spPr>
            <a:xfrm>
              <a:off x="5875872"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72"/>
            <p:cNvSpPr/>
            <p:nvPr/>
          </p:nvSpPr>
          <p:spPr>
            <a:xfrm>
              <a:off x="5875872"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72"/>
            <p:cNvSpPr/>
            <p:nvPr/>
          </p:nvSpPr>
          <p:spPr>
            <a:xfrm>
              <a:off x="5875872"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72"/>
            <p:cNvSpPr/>
            <p:nvPr/>
          </p:nvSpPr>
          <p:spPr>
            <a:xfrm>
              <a:off x="596501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72"/>
            <p:cNvSpPr/>
            <p:nvPr/>
          </p:nvSpPr>
          <p:spPr>
            <a:xfrm>
              <a:off x="596501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72"/>
            <p:cNvSpPr/>
            <p:nvPr/>
          </p:nvSpPr>
          <p:spPr>
            <a:xfrm>
              <a:off x="596501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72"/>
            <p:cNvSpPr/>
            <p:nvPr/>
          </p:nvSpPr>
          <p:spPr>
            <a:xfrm>
              <a:off x="596501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72"/>
            <p:cNvSpPr/>
            <p:nvPr/>
          </p:nvSpPr>
          <p:spPr>
            <a:xfrm>
              <a:off x="596501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72"/>
            <p:cNvSpPr/>
            <p:nvPr/>
          </p:nvSpPr>
          <p:spPr>
            <a:xfrm>
              <a:off x="5786729"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72"/>
            <p:cNvSpPr/>
            <p:nvPr/>
          </p:nvSpPr>
          <p:spPr>
            <a:xfrm>
              <a:off x="5786729"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72"/>
            <p:cNvSpPr/>
            <p:nvPr/>
          </p:nvSpPr>
          <p:spPr>
            <a:xfrm>
              <a:off x="5786729"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72"/>
            <p:cNvSpPr/>
            <p:nvPr/>
          </p:nvSpPr>
          <p:spPr>
            <a:xfrm>
              <a:off x="5786729"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72"/>
            <p:cNvSpPr/>
            <p:nvPr/>
          </p:nvSpPr>
          <p:spPr>
            <a:xfrm>
              <a:off x="5786729"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72"/>
            <p:cNvSpPr/>
            <p:nvPr/>
          </p:nvSpPr>
          <p:spPr>
            <a:xfrm>
              <a:off x="5786729"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72"/>
            <p:cNvSpPr/>
            <p:nvPr/>
          </p:nvSpPr>
          <p:spPr>
            <a:xfrm>
              <a:off x="5786729"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72"/>
            <p:cNvSpPr/>
            <p:nvPr/>
          </p:nvSpPr>
          <p:spPr>
            <a:xfrm>
              <a:off x="5608443"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72"/>
            <p:cNvSpPr/>
            <p:nvPr/>
          </p:nvSpPr>
          <p:spPr>
            <a:xfrm>
              <a:off x="5608443"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72"/>
            <p:cNvSpPr/>
            <p:nvPr/>
          </p:nvSpPr>
          <p:spPr>
            <a:xfrm>
              <a:off x="5608443"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72"/>
            <p:cNvSpPr/>
            <p:nvPr/>
          </p:nvSpPr>
          <p:spPr>
            <a:xfrm>
              <a:off x="5608443"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72"/>
            <p:cNvSpPr/>
            <p:nvPr/>
          </p:nvSpPr>
          <p:spPr>
            <a:xfrm>
              <a:off x="5608443"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72"/>
            <p:cNvSpPr/>
            <p:nvPr/>
          </p:nvSpPr>
          <p:spPr>
            <a:xfrm>
              <a:off x="5608443"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72"/>
            <p:cNvSpPr/>
            <p:nvPr/>
          </p:nvSpPr>
          <p:spPr>
            <a:xfrm>
              <a:off x="5697586" y="372750"/>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72"/>
            <p:cNvSpPr/>
            <p:nvPr/>
          </p:nvSpPr>
          <p:spPr>
            <a:xfrm>
              <a:off x="5697586" y="46614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72"/>
            <p:cNvSpPr/>
            <p:nvPr/>
          </p:nvSpPr>
          <p:spPr>
            <a:xfrm>
              <a:off x="5697586"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72"/>
            <p:cNvSpPr/>
            <p:nvPr/>
          </p:nvSpPr>
          <p:spPr>
            <a:xfrm>
              <a:off x="5697586" y="65293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72"/>
            <p:cNvSpPr/>
            <p:nvPr/>
          </p:nvSpPr>
          <p:spPr>
            <a:xfrm>
              <a:off x="5697586"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72"/>
            <p:cNvSpPr/>
            <p:nvPr/>
          </p:nvSpPr>
          <p:spPr>
            <a:xfrm>
              <a:off x="5697586"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72"/>
            <p:cNvSpPr/>
            <p:nvPr/>
          </p:nvSpPr>
          <p:spPr>
            <a:xfrm>
              <a:off x="5697586"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72"/>
            <p:cNvSpPr/>
            <p:nvPr/>
          </p:nvSpPr>
          <p:spPr>
            <a:xfrm>
              <a:off x="5519300" y="559543"/>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72"/>
            <p:cNvSpPr/>
            <p:nvPr/>
          </p:nvSpPr>
          <p:spPr>
            <a:xfrm>
              <a:off x="5519300" y="746336"/>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72"/>
            <p:cNvSpPr/>
            <p:nvPr/>
          </p:nvSpPr>
          <p:spPr>
            <a:xfrm>
              <a:off x="5519300" y="839732"/>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72"/>
            <p:cNvSpPr/>
            <p:nvPr/>
          </p:nvSpPr>
          <p:spPr>
            <a:xfrm>
              <a:off x="5519300" y="933129"/>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72"/>
            <p:cNvSpPr/>
            <p:nvPr/>
          </p:nvSpPr>
          <p:spPr>
            <a:xfrm>
              <a:off x="5519300" y="1026525"/>
              <a:ext cx="58800" cy="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01" name="Google Shape;5101;p72"/>
          <p:cNvPicPr preferRelativeResize="0"/>
          <p:nvPr/>
        </p:nvPicPr>
        <p:blipFill>
          <a:blip r:embed="rId3">
            <a:alphaModFix/>
          </a:blip>
          <a:stretch>
            <a:fillRect/>
          </a:stretch>
        </p:blipFill>
        <p:spPr>
          <a:xfrm>
            <a:off x="684400" y="2777912"/>
            <a:ext cx="2878150" cy="1916850"/>
          </a:xfrm>
          <a:prstGeom prst="rect">
            <a:avLst/>
          </a:prstGeom>
          <a:noFill/>
          <a:ln>
            <a:noFill/>
          </a:ln>
        </p:spPr>
      </p:pic>
      <p:sp>
        <p:nvSpPr>
          <p:cNvPr id="5102" name="Google Shape;5102;p72"/>
          <p:cNvSpPr txBox="1">
            <a:spLocks noGrp="1"/>
          </p:cNvSpPr>
          <p:nvPr>
            <p:ph type="title"/>
          </p:nvPr>
        </p:nvSpPr>
        <p:spPr>
          <a:xfrm>
            <a:off x="4266741" y="1249694"/>
            <a:ext cx="4048440" cy="1910036"/>
          </a:xfrm>
          <a:prstGeom prst="rect">
            <a:avLst/>
          </a:prstGeom>
        </p:spPr>
        <p:txBody>
          <a:bodyPr spcFirstLastPara="1" wrap="square" lIns="91425" tIns="91425" rIns="91425" bIns="91425" anchor="ctr" anchorCtr="0">
            <a:noAutofit/>
          </a:bodyPr>
          <a:lstStyle/>
          <a:p>
            <a:pPr algn="ctr"/>
            <a:r>
              <a:rPr lang="fr-FR" sz="4800" b="1" cap="none" spc="0" dirty="0">
                <a:ln w="22225">
                  <a:solidFill>
                    <a:schemeClr val="accent2"/>
                  </a:solidFill>
                  <a:prstDash val="solid"/>
                </a:ln>
                <a:solidFill>
                  <a:schemeClr val="accent2">
                    <a:lumMod val="40000"/>
                    <a:lumOff val="60000"/>
                  </a:schemeClr>
                </a:solidFill>
                <a:effectLst/>
              </a:rPr>
              <a:t>MERCI </a:t>
            </a:r>
            <a:r>
              <a:rPr lang="fr-FR" sz="4800" b="1" dirty="0">
                <a:ln w="22225">
                  <a:solidFill>
                    <a:schemeClr val="accent2"/>
                  </a:solidFill>
                  <a:prstDash val="solid"/>
                </a:ln>
                <a:solidFill>
                  <a:schemeClr val="accent2">
                    <a:lumMod val="40000"/>
                    <a:lumOff val="60000"/>
                  </a:schemeClr>
                </a:solidFill>
              </a:rPr>
              <a:t>POUR</a:t>
            </a:r>
            <a:r>
              <a:rPr lang="fr-FR" sz="4800" b="1" cap="none" spc="0" dirty="0">
                <a:ln w="22225">
                  <a:solidFill>
                    <a:schemeClr val="accent2"/>
                  </a:solidFill>
                  <a:prstDash val="solid"/>
                </a:ln>
                <a:solidFill>
                  <a:schemeClr val="accent2">
                    <a:lumMod val="40000"/>
                    <a:lumOff val="60000"/>
                  </a:schemeClr>
                </a:solidFill>
                <a:effectLst/>
              </a:rPr>
              <a:t> VOTRE ATTENTION !!!</a:t>
            </a:r>
          </a:p>
        </p:txBody>
      </p:sp>
      <p:pic>
        <p:nvPicPr>
          <p:cNvPr id="5117" name="Google Shape;5117;p72"/>
          <p:cNvPicPr preferRelativeResize="0"/>
          <p:nvPr/>
        </p:nvPicPr>
        <p:blipFill>
          <a:blip r:embed="rId4">
            <a:alphaModFix/>
          </a:blip>
          <a:stretch>
            <a:fillRect/>
          </a:stretch>
        </p:blipFill>
        <p:spPr>
          <a:xfrm>
            <a:off x="2172750" y="1328163"/>
            <a:ext cx="1052703" cy="1331675"/>
          </a:xfrm>
          <a:prstGeom prst="rect">
            <a:avLst/>
          </a:prstGeom>
          <a:noFill/>
          <a:ln>
            <a:noFill/>
          </a:ln>
        </p:spPr>
      </p:pic>
      <p:pic>
        <p:nvPicPr>
          <p:cNvPr id="5118" name="Google Shape;5118;p72"/>
          <p:cNvPicPr preferRelativeResize="0"/>
          <p:nvPr/>
        </p:nvPicPr>
        <p:blipFill>
          <a:blip r:embed="rId5">
            <a:alphaModFix/>
          </a:blip>
          <a:stretch>
            <a:fillRect/>
          </a:stretch>
        </p:blipFill>
        <p:spPr>
          <a:xfrm>
            <a:off x="2224446" y="591912"/>
            <a:ext cx="1602225" cy="1148801"/>
          </a:xfrm>
          <a:prstGeom prst="rect">
            <a:avLst/>
          </a:prstGeom>
          <a:noFill/>
          <a:ln>
            <a:noFill/>
          </a:ln>
        </p:spPr>
      </p:pic>
      <p:pic>
        <p:nvPicPr>
          <p:cNvPr id="5119" name="Google Shape;5119;p72"/>
          <p:cNvPicPr preferRelativeResize="0"/>
          <p:nvPr/>
        </p:nvPicPr>
        <p:blipFill>
          <a:blip r:embed="rId6">
            <a:alphaModFix/>
          </a:blip>
          <a:stretch>
            <a:fillRect/>
          </a:stretch>
        </p:blipFill>
        <p:spPr>
          <a:xfrm>
            <a:off x="3145223" y="3094470"/>
            <a:ext cx="841230" cy="1331675"/>
          </a:xfrm>
          <a:prstGeom prst="rect">
            <a:avLst/>
          </a:prstGeom>
          <a:noFill/>
          <a:ln>
            <a:noFill/>
          </a:ln>
        </p:spPr>
      </p:pic>
      <p:pic>
        <p:nvPicPr>
          <p:cNvPr id="5120" name="Google Shape;5120;p72"/>
          <p:cNvPicPr preferRelativeResize="0"/>
          <p:nvPr/>
        </p:nvPicPr>
        <p:blipFill>
          <a:blip r:embed="rId7">
            <a:alphaModFix/>
          </a:blip>
          <a:stretch>
            <a:fillRect/>
          </a:stretch>
        </p:blipFill>
        <p:spPr>
          <a:xfrm>
            <a:off x="696020" y="591897"/>
            <a:ext cx="1243252" cy="1301701"/>
          </a:xfrm>
          <a:prstGeom prst="rect">
            <a:avLst/>
          </a:prstGeom>
          <a:noFill/>
          <a:ln>
            <a:noFill/>
          </a:ln>
        </p:spPr>
      </p:pic>
      <p:pic>
        <p:nvPicPr>
          <p:cNvPr id="5121" name="Google Shape;5121;p72"/>
          <p:cNvPicPr preferRelativeResize="0"/>
          <p:nvPr/>
        </p:nvPicPr>
        <p:blipFill>
          <a:blip r:embed="rId8">
            <a:alphaModFix/>
          </a:blip>
          <a:stretch>
            <a:fillRect/>
          </a:stretch>
        </p:blipFill>
        <p:spPr>
          <a:xfrm>
            <a:off x="1262829" y="2125454"/>
            <a:ext cx="1679975" cy="2215880"/>
          </a:xfrm>
          <a:prstGeom prst="rect">
            <a:avLst/>
          </a:prstGeom>
          <a:noFill/>
          <a:ln>
            <a:noFill/>
          </a:ln>
        </p:spPr>
      </p:pic>
      <p:pic>
        <p:nvPicPr>
          <p:cNvPr id="5122" name="Google Shape;5122;p72"/>
          <p:cNvPicPr preferRelativeResize="0"/>
          <p:nvPr/>
        </p:nvPicPr>
        <p:blipFill>
          <a:blip r:embed="rId9">
            <a:alphaModFix/>
          </a:blip>
          <a:stretch>
            <a:fillRect/>
          </a:stretch>
        </p:blipFill>
        <p:spPr>
          <a:xfrm>
            <a:off x="538774" y="2420413"/>
            <a:ext cx="797661" cy="1331675"/>
          </a:xfrm>
          <a:prstGeom prst="rect">
            <a:avLst/>
          </a:prstGeom>
          <a:noFill/>
          <a:ln>
            <a:noFill/>
          </a:ln>
        </p:spPr>
      </p:pic>
    </p:spTree>
  </p:cSld>
  <p:clrMapOvr>
    <a:masterClrMapping/>
  </p:clrMapOvr>
</p:sld>
</file>

<file path=ppt/theme/theme1.xml><?xml version="1.0" encoding="utf-8"?>
<a:theme xmlns:a="http://schemas.openxmlformats.org/drawingml/2006/main" name="Cyber Security Kill Chain by Slidesgo">
  <a:themeElements>
    <a:clrScheme name="Simple Light">
      <a:dk1>
        <a:srgbClr val="FFFFFF"/>
      </a:dk1>
      <a:lt1>
        <a:srgbClr val="00394B"/>
      </a:lt1>
      <a:dk2>
        <a:srgbClr val="002530"/>
      </a:dk2>
      <a:lt2>
        <a:srgbClr val="006F80"/>
      </a:lt2>
      <a:accent1>
        <a:srgbClr val="1090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6697</TotalTime>
  <Words>763</Words>
  <Application>Microsoft Office PowerPoint</Application>
  <PresentationFormat>On-screen Show (16:9)</PresentationFormat>
  <Paragraphs>121</Paragraphs>
  <Slides>23</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Algerian</vt:lpstr>
      <vt:lpstr>Calibri Light</vt:lpstr>
      <vt:lpstr>IBM Plex Sans</vt:lpstr>
      <vt:lpstr>Calibri</vt:lpstr>
      <vt:lpstr>Alumni Sans Pinstripe</vt:lpstr>
      <vt:lpstr>Arial Narrow</vt:lpstr>
      <vt:lpstr>Arial</vt:lpstr>
      <vt:lpstr>Advent Pro</vt:lpstr>
      <vt:lpstr>Courier New</vt:lpstr>
      <vt:lpstr>Advent Pro Medium</vt:lpstr>
      <vt:lpstr>Cyber Security Kill Chain by Slidesgo</vt:lpstr>
      <vt:lpstr>Développement d'un Système de Détection d'Intrusions Basé sur l'Apprentissage Automatique pour Réseaux Informatiques</vt:lpstr>
      <vt:lpstr>Plan</vt:lpstr>
      <vt:lpstr>Introduction </vt:lpstr>
      <vt:lpstr>Problématique</vt:lpstr>
      <vt:lpstr>Solution Proposée</vt:lpstr>
      <vt:lpstr>Système de Détection d'Intrusions (IDS)</vt:lpstr>
      <vt:lpstr>Qu’est ce qu’un  système de détection d’intrusion(IDS)?  Un système de détection d’intrusion (IDS) est un outil de sécurité réseaux qui surveille le trafic réseau et les appareils pour détecter les activités malveillantes connues, les activités suspectes ou les violations des politiques de sécurité, puis transmet un rapport à la direction. </vt:lpstr>
      <vt:lpstr>Classification des IDS </vt:lpstr>
      <vt:lpstr>PowerPoint Presentation</vt:lpstr>
      <vt:lpstr>METHODES DE DETECTION  </vt:lpstr>
      <vt:lpstr>Action des IDS</vt:lpstr>
      <vt:lpstr>LES LIMITES DES IDS</vt:lpstr>
      <vt:lpstr>Apprentissage automatique</vt:lpstr>
      <vt:lpstr>Qu’est ce que l’apprentissage Automatique ?  L'apprentissage automatique est un domaine de l'intelligence artificielle qui permet aux systèmes d'apprendre et de s'améliorer à partir des données, sans être explicitement programmés. Cette technologie offre de nouvelles possibilités pour améliorer les performances des IDS.  </vt:lpstr>
      <vt:lpstr>Type d’apprentissage Automatique</vt:lpstr>
      <vt:lpstr>Résultats des Modèles d'Apprentissage Automatique </vt:lpstr>
      <vt:lpstr>Pré-traitement des données</vt:lpstr>
      <vt:lpstr>Avantages des IDS basé sur l’apprentissage automatique</vt:lpstr>
      <vt:lpstr>Réalisation</vt:lpstr>
      <vt:lpstr>Technologies et frameworks utilisés</vt:lpstr>
      <vt:lpstr>Démonstration</vt:lpstr>
      <vt:lpstr>Conclusion </vt:lpstr>
      <vt:lpstr>MERCI POUR VOTRE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KILL CHAIN</dc:title>
  <dc:creator>admin</dc:creator>
  <cp:lastModifiedBy>Ahmadou Baba Morba</cp:lastModifiedBy>
  <cp:revision>130</cp:revision>
  <dcterms:modified xsi:type="dcterms:W3CDTF">2024-06-26T01:29:03Z</dcterms:modified>
</cp:coreProperties>
</file>